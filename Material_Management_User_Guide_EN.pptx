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71" r:id="rId2"/>
    <p:sldId id="272" r:id="rId3"/>
    <p:sldId id="273" r:id="rId4"/>
    <p:sldId id="274" r:id="rId5"/>
    <p:sldId id="275" r:id="rId6"/>
    <p:sldId id="279" r:id="rId7"/>
    <p:sldId id="282" r:id="rId8"/>
    <p:sldId id="270" r:id="rId9"/>
    <p:sldId id="283" r:id="rId10"/>
    <p:sldId id="284" r:id="rId11"/>
    <p:sldId id="286" r:id="rId12"/>
    <p:sldId id="28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8A17A5-808A-49B7-9709-3CD0D6A17386}" v="1" dt="2026-08-03T03:55:56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orntep Matsarat" userId="3ae4c85d-85de-4ab6-a795-e1f18d4f5d40" providerId="ADAL" clId="{31496048-FE11-4232-A2CB-78CD73C35687}"/>
    <pc:docChg chg="custSel addSld delSld modSld">
      <pc:chgData name="Amorntep Matsarat" userId="3ae4c85d-85de-4ab6-a795-e1f18d4f5d40" providerId="ADAL" clId="{31496048-FE11-4232-A2CB-78CD73C35687}" dt="2026-08-03T04:22:43.374" v="574"/>
      <pc:docMkLst>
        <pc:docMk/>
      </pc:docMkLst>
      <pc:sldChg chg="addSp modSp del mod">
        <pc:chgData name="Amorntep Matsarat" userId="3ae4c85d-85de-4ab6-a795-e1f18d4f5d40" providerId="ADAL" clId="{31496048-FE11-4232-A2CB-78CD73C35687}" dt="2026-08-03T04:08:20.389" v="89"/>
        <pc:sldMkLst>
          <pc:docMk/>
          <pc:sldMk cId="1387341767" sldId="256"/>
        </pc:sldMkLst>
        <pc:spChg chg="add mod">
          <ac:chgData name="Amorntep Matsarat" userId="3ae4c85d-85de-4ab6-a795-e1f18d4f5d40" providerId="ADAL" clId="{31496048-FE11-4232-A2CB-78CD73C35687}" dt="2026-08-03T04:08:09.602" v="84"/>
          <ac:spMkLst>
            <pc:docMk/>
            <pc:sldMk cId="1387341767" sldId="256"/>
            <ac:spMk id="5" creationId="{55A16018-9C83-4029-9E64-94DDE3A9D38E}"/>
          </ac:spMkLst>
        </pc:spChg>
        <pc:spChg chg="add mod">
          <ac:chgData name="Amorntep Matsarat" userId="3ae4c85d-85de-4ab6-a795-e1f18d4f5d40" providerId="ADAL" clId="{31496048-FE11-4232-A2CB-78CD73C35687}" dt="2026-08-03T04:08:09.604" v="87"/>
          <ac:spMkLst>
            <pc:docMk/>
            <pc:sldMk cId="1387341767" sldId="256"/>
            <ac:spMk id="6" creationId="{9B35D54D-BDF9-4EAD-B137-7FDF970BE6AB}"/>
          </ac:spMkLst>
        </pc:spChg>
      </pc:sldChg>
      <pc:sldChg chg="modSp del mod">
        <pc:chgData name="Amorntep Matsarat" userId="3ae4c85d-85de-4ab6-a795-e1f18d4f5d40" providerId="ADAL" clId="{31496048-FE11-4232-A2CB-78CD73C35687}" dt="2026-08-03T04:10:12.470" v="102"/>
        <pc:sldMkLst>
          <pc:docMk/>
          <pc:sldMk cId="352057623" sldId="257"/>
        </pc:sldMkLst>
        <pc:spChg chg="mod">
          <ac:chgData name="Amorntep Matsarat" userId="3ae4c85d-85de-4ab6-a795-e1f18d4f5d40" providerId="ADAL" clId="{31496048-FE11-4232-A2CB-78CD73C35687}" dt="2026-08-03T04:10:00.177" v="100"/>
          <ac:spMkLst>
            <pc:docMk/>
            <pc:sldMk cId="352057623" sldId="257"/>
            <ac:spMk id="3" creationId="{42BA223A-C277-4E76-B804-D347228237F2}"/>
          </ac:spMkLst>
        </pc:spChg>
      </pc:sldChg>
      <pc:sldChg chg="addSp modSp del mod">
        <pc:chgData name="Amorntep Matsarat" userId="3ae4c85d-85de-4ab6-a795-e1f18d4f5d40" providerId="ADAL" clId="{31496048-FE11-4232-A2CB-78CD73C35687}" dt="2026-08-03T04:11:05.287" v="159"/>
        <pc:sldMkLst>
          <pc:docMk/>
          <pc:sldMk cId="781829841" sldId="258"/>
        </pc:sldMkLst>
        <pc:spChg chg="mod">
          <ac:chgData name="Amorntep Matsarat" userId="3ae4c85d-85de-4ab6-a795-e1f18d4f5d40" providerId="ADAL" clId="{31496048-FE11-4232-A2CB-78CD73C35687}" dt="2026-08-03T04:10:52.760" v="112"/>
          <ac:spMkLst>
            <pc:docMk/>
            <pc:sldMk cId="781829841" sldId="258"/>
            <ac:spMk id="4" creationId="{DFA2B795-B971-4A1E-8A81-108F9605D891}"/>
          </ac:spMkLst>
        </pc:spChg>
        <pc:spChg chg="add mod">
          <ac:chgData name="Amorntep Matsarat" userId="3ae4c85d-85de-4ab6-a795-e1f18d4f5d40" providerId="ADAL" clId="{31496048-FE11-4232-A2CB-78CD73C35687}" dt="2026-08-03T04:10:52.809" v="122"/>
          <ac:spMkLst>
            <pc:docMk/>
            <pc:sldMk cId="781829841" sldId="258"/>
            <ac:spMk id="5" creationId="{4DA96050-8DBE-4E3C-A570-FC797F96FB89}"/>
          </ac:spMkLst>
        </pc:spChg>
        <pc:spChg chg="mod">
          <ac:chgData name="Amorntep Matsarat" userId="3ae4c85d-85de-4ab6-a795-e1f18d4f5d40" providerId="ADAL" clId="{31496048-FE11-4232-A2CB-78CD73C35687}" dt="2026-08-03T04:10:52.758" v="106"/>
          <ac:spMkLst>
            <pc:docMk/>
            <pc:sldMk cId="781829841" sldId="258"/>
            <ac:spMk id="6" creationId="{F58EE496-D4D4-49CD-B834-7A8E64725EE2}"/>
          </ac:spMkLst>
        </pc:spChg>
        <pc:spChg chg="add mod">
          <ac:chgData name="Amorntep Matsarat" userId="3ae4c85d-85de-4ab6-a795-e1f18d4f5d40" providerId="ADAL" clId="{31496048-FE11-4232-A2CB-78CD73C35687}" dt="2026-08-03T04:10:52.818" v="127"/>
          <ac:spMkLst>
            <pc:docMk/>
            <pc:sldMk cId="781829841" sldId="258"/>
            <ac:spMk id="7" creationId="{7E4D5F57-81A5-45EB-88B9-A393E7D882BB}"/>
          </ac:spMkLst>
        </pc:spChg>
        <pc:spChg chg="add mod">
          <ac:chgData name="Amorntep Matsarat" userId="3ae4c85d-85de-4ab6-a795-e1f18d4f5d40" providerId="ADAL" clId="{31496048-FE11-4232-A2CB-78CD73C35687}" dt="2026-08-03T04:10:52.825" v="137"/>
          <ac:spMkLst>
            <pc:docMk/>
            <pc:sldMk cId="781829841" sldId="258"/>
            <ac:spMk id="8" creationId="{6936BC31-8C79-49C5-A237-4A2C1C3C81C1}"/>
          </ac:spMkLst>
        </pc:spChg>
        <pc:spChg chg="add mod">
          <ac:chgData name="Amorntep Matsarat" userId="3ae4c85d-85de-4ab6-a795-e1f18d4f5d40" providerId="ADAL" clId="{31496048-FE11-4232-A2CB-78CD73C35687}" dt="2026-08-03T04:10:52.838" v="142"/>
          <ac:spMkLst>
            <pc:docMk/>
            <pc:sldMk cId="781829841" sldId="258"/>
            <ac:spMk id="9" creationId="{B8C75CD4-9908-4E7B-8CFC-EE593C8AA78C}"/>
          </ac:spMkLst>
        </pc:spChg>
        <pc:spChg chg="add mod">
          <ac:chgData name="Amorntep Matsarat" userId="3ae4c85d-85de-4ab6-a795-e1f18d4f5d40" providerId="ADAL" clId="{31496048-FE11-4232-A2CB-78CD73C35687}" dt="2026-08-03T04:10:52.848" v="152"/>
          <ac:spMkLst>
            <pc:docMk/>
            <pc:sldMk cId="781829841" sldId="258"/>
            <ac:spMk id="11" creationId="{DEF2F9D4-D42A-495D-BD33-749DA9F7BCE0}"/>
          </ac:spMkLst>
        </pc:spChg>
        <pc:spChg chg="add mod">
          <ac:chgData name="Amorntep Matsarat" userId="3ae4c85d-85de-4ab6-a795-e1f18d4f5d40" providerId="ADAL" clId="{31496048-FE11-4232-A2CB-78CD73C35687}" dt="2026-08-03T04:10:52.857" v="157"/>
          <ac:spMkLst>
            <pc:docMk/>
            <pc:sldMk cId="781829841" sldId="258"/>
            <ac:spMk id="12" creationId="{74A95779-02F5-4E50-8E18-1019B126CAE5}"/>
          </ac:spMkLst>
        </pc:spChg>
      </pc:sldChg>
      <pc:sldChg chg="addSp modSp del mod">
        <pc:chgData name="Amorntep Matsarat" userId="3ae4c85d-85de-4ab6-a795-e1f18d4f5d40" providerId="ADAL" clId="{31496048-FE11-4232-A2CB-78CD73C35687}" dt="2026-08-03T04:11:46.607" v="233"/>
        <pc:sldMkLst>
          <pc:docMk/>
          <pc:sldMk cId="194534755" sldId="259"/>
        </pc:sldMkLst>
        <pc:spChg chg="mod">
          <ac:chgData name="Amorntep Matsarat" userId="3ae4c85d-85de-4ab6-a795-e1f18d4f5d40" providerId="ADAL" clId="{31496048-FE11-4232-A2CB-78CD73C35687}" dt="2026-08-03T04:11:35.865" v="165"/>
          <ac:spMkLst>
            <pc:docMk/>
            <pc:sldMk cId="194534755" sldId="259"/>
            <ac:spMk id="3" creationId="{01643748-E108-4A33-9A69-E437A7B9531C}"/>
          </ac:spMkLst>
        </pc:spChg>
        <pc:spChg chg="mod">
          <ac:chgData name="Amorntep Matsarat" userId="3ae4c85d-85de-4ab6-a795-e1f18d4f5d40" providerId="ADAL" clId="{31496048-FE11-4232-A2CB-78CD73C35687}" dt="2026-08-03T04:11:36.002" v="231" actId="27636"/>
          <ac:spMkLst>
            <pc:docMk/>
            <pc:sldMk cId="194534755" sldId="259"/>
            <ac:spMk id="4" creationId="{F485E996-DAEC-4193-8865-59AEA2213514}"/>
          </ac:spMkLst>
        </pc:spChg>
        <pc:spChg chg="add mod">
          <ac:chgData name="Amorntep Matsarat" userId="3ae4c85d-85de-4ab6-a795-e1f18d4f5d40" providerId="ADAL" clId="{31496048-FE11-4232-A2CB-78CD73C35687}" dt="2026-08-03T04:11:35.926" v="180"/>
          <ac:spMkLst>
            <pc:docMk/>
            <pc:sldMk cId="194534755" sldId="259"/>
            <ac:spMk id="5" creationId="{7EBA25C9-5A6B-4553-9146-D128F4CB6BD8}"/>
          </ac:spMkLst>
        </pc:spChg>
        <pc:spChg chg="add mod">
          <ac:chgData name="Amorntep Matsarat" userId="3ae4c85d-85de-4ab6-a795-e1f18d4f5d40" providerId="ADAL" clId="{31496048-FE11-4232-A2CB-78CD73C35687}" dt="2026-08-03T04:11:35.929" v="185"/>
          <ac:spMkLst>
            <pc:docMk/>
            <pc:sldMk cId="194534755" sldId="259"/>
            <ac:spMk id="7" creationId="{46436FA6-334F-4160-A6BE-268603BD7281}"/>
          </ac:spMkLst>
        </pc:spChg>
        <pc:spChg chg="add mod">
          <ac:chgData name="Amorntep Matsarat" userId="3ae4c85d-85de-4ab6-a795-e1f18d4f5d40" providerId="ADAL" clId="{31496048-FE11-4232-A2CB-78CD73C35687}" dt="2026-08-03T04:11:35.937" v="195"/>
          <ac:spMkLst>
            <pc:docMk/>
            <pc:sldMk cId="194534755" sldId="259"/>
            <ac:spMk id="8" creationId="{743D8D67-689A-4135-AB8F-11E8D5929CCC}"/>
          </ac:spMkLst>
        </pc:spChg>
        <pc:spChg chg="add mod">
          <ac:chgData name="Amorntep Matsarat" userId="3ae4c85d-85de-4ab6-a795-e1f18d4f5d40" providerId="ADAL" clId="{31496048-FE11-4232-A2CB-78CD73C35687}" dt="2026-08-03T04:11:35.946" v="200"/>
          <ac:spMkLst>
            <pc:docMk/>
            <pc:sldMk cId="194534755" sldId="259"/>
            <ac:spMk id="9" creationId="{EE4E83BF-383D-4035-AAA0-AF61ED4F2505}"/>
          </ac:spMkLst>
        </pc:spChg>
        <pc:spChg chg="add mod">
          <ac:chgData name="Amorntep Matsarat" userId="3ae4c85d-85de-4ab6-a795-e1f18d4f5d40" providerId="ADAL" clId="{31496048-FE11-4232-A2CB-78CD73C35687}" dt="2026-08-03T04:11:35.946" v="210"/>
          <ac:spMkLst>
            <pc:docMk/>
            <pc:sldMk cId="194534755" sldId="259"/>
            <ac:spMk id="11" creationId="{531F12B3-18AD-4401-A580-4E7553186527}"/>
          </ac:spMkLst>
        </pc:spChg>
        <pc:spChg chg="add mod">
          <ac:chgData name="Amorntep Matsarat" userId="3ae4c85d-85de-4ab6-a795-e1f18d4f5d40" providerId="ADAL" clId="{31496048-FE11-4232-A2CB-78CD73C35687}" dt="2026-08-03T04:11:35.963" v="215"/>
          <ac:spMkLst>
            <pc:docMk/>
            <pc:sldMk cId="194534755" sldId="259"/>
            <ac:spMk id="12" creationId="{13EE58D9-D2BD-4C45-8203-9B729E4E0F98}"/>
          </ac:spMkLst>
        </pc:spChg>
        <pc:spChg chg="add mod">
          <ac:chgData name="Amorntep Matsarat" userId="3ae4c85d-85de-4ab6-a795-e1f18d4f5d40" providerId="ADAL" clId="{31496048-FE11-4232-A2CB-78CD73C35687}" dt="2026-08-03T04:11:35.976" v="225"/>
          <ac:spMkLst>
            <pc:docMk/>
            <pc:sldMk cId="194534755" sldId="259"/>
            <ac:spMk id="13" creationId="{41574EE4-DC4B-4851-8D17-75AB7EE49B6F}"/>
          </ac:spMkLst>
        </pc:spChg>
        <pc:spChg chg="add mod">
          <ac:chgData name="Amorntep Matsarat" userId="3ae4c85d-85de-4ab6-a795-e1f18d4f5d40" providerId="ADAL" clId="{31496048-FE11-4232-A2CB-78CD73C35687}" dt="2026-08-03T04:11:35.979" v="230"/>
          <ac:spMkLst>
            <pc:docMk/>
            <pc:sldMk cId="194534755" sldId="259"/>
            <ac:spMk id="14" creationId="{2EFBA220-D580-4462-B191-E643EFFD76EA}"/>
          </ac:spMkLst>
        </pc:spChg>
      </pc:sldChg>
      <pc:sldChg chg="addSp modSp del mod">
        <pc:chgData name="Amorntep Matsarat" userId="3ae4c85d-85de-4ab6-a795-e1f18d4f5d40" providerId="ADAL" clId="{31496048-FE11-4232-A2CB-78CD73C35687}" dt="2026-08-03T04:12:49.845" v="292"/>
        <pc:sldMkLst>
          <pc:docMk/>
          <pc:sldMk cId="1035782704" sldId="260"/>
        </pc:sldMkLst>
        <pc:spChg chg="mod">
          <ac:chgData name="Amorntep Matsarat" userId="3ae4c85d-85de-4ab6-a795-e1f18d4f5d40" providerId="ADAL" clId="{31496048-FE11-4232-A2CB-78CD73C35687}" dt="2026-08-03T04:12:33.061" v="245"/>
          <ac:spMkLst>
            <pc:docMk/>
            <pc:sldMk cId="1035782704" sldId="260"/>
            <ac:spMk id="4" creationId="{6D9AFCBA-79C1-4523-B3C6-340B081A80A5}"/>
          </ac:spMkLst>
        </pc:spChg>
        <pc:spChg chg="add mod">
          <ac:chgData name="Amorntep Matsarat" userId="3ae4c85d-85de-4ab6-a795-e1f18d4f5d40" providerId="ADAL" clId="{31496048-FE11-4232-A2CB-78CD73C35687}" dt="2026-08-03T04:12:33.089" v="255"/>
          <ac:spMkLst>
            <pc:docMk/>
            <pc:sldMk cId="1035782704" sldId="260"/>
            <ac:spMk id="5" creationId="{CBE9B314-1B75-4C1A-B6B3-875FA07DA3C6}"/>
          </ac:spMkLst>
        </pc:spChg>
        <pc:spChg chg="mod">
          <ac:chgData name="Amorntep Matsarat" userId="3ae4c85d-85de-4ab6-a795-e1f18d4f5d40" providerId="ADAL" clId="{31496048-FE11-4232-A2CB-78CD73C35687}" dt="2026-08-03T04:12:33.049" v="239"/>
          <ac:spMkLst>
            <pc:docMk/>
            <pc:sldMk cId="1035782704" sldId="260"/>
            <ac:spMk id="6" creationId="{5D84C92A-4F70-4F2F-AFC0-908928C800C2}"/>
          </ac:spMkLst>
        </pc:spChg>
        <pc:spChg chg="add mod">
          <ac:chgData name="Amorntep Matsarat" userId="3ae4c85d-85de-4ab6-a795-e1f18d4f5d40" providerId="ADAL" clId="{31496048-FE11-4232-A2CB-78CD73C35687}" dt="2026-08-03T04:12:33.094" v="260"/>
          <ac:spMkLst>
            <pc:docMk/>
            <pc:sldMk cId="1035782704" sldId="260"/>
            <ac:spMk id="7" creationId="{D9736502-6BBD-4584-A710-277418D81026}"/>
          </ac:spMkLst>
        </pc:spChg>
        <pc:spChg chg="add mod">
          <ac:chgData name="Amorntep Matsarat" userId="3ae4c85d-85de-4ab6-a795-e1f18d4f5d40" providerId="ADAL" clId="{31496048-FE11-4232-A2CB-78CD73C35687}" dt="2026-08-03T04:12:33.094" v="270"/>
          <ac:spMkLst>
            <pc:docMk/>
            <pc:sldMk cId="1035782704" sldId="260"/>
            <ac:spMk id="8" creationId="{A672E324-194D-4F87-9A86-79ACF6A3010A}"/>
          </ac:spMkLst>
        </pc:spChg>
        <pc:spChg chg="add mod">
          <ac:chgData name="Amorntep Matsarat" userId="3ae4c85d-85de-4ab6-a795-e1f18d4f5d40" providerId="ADAL" clId="{31496048-FE11-4232-A2CB-78CD73C35687}" dt="2026-08-03T04:12:33.111" v="275"/>
          <ac:spMkLst>
            <pc:docMk/>
            <pc:sldMk cId="1035782704" sldId="260"/>
            <ac:spMk id="9" creationId="{DCE85AF8-F0E4-4D5C-B579-388054F5D699}"/>
          </ac:spMkLst>
        </pc:spChg>
        <pc:spChg chg="add mod">
          <ac:chgData name="Amorntep Matsarat" userId="3ae4c85d-85de-4ab6-a795-e1f18d4f5d40" providerId="ADAL" clId="{31496048-FE11-4232-A2CB-78CD73C35687}" dt="2026-08-03T04:12:33.111" v="285"/>
          <ac:spMkLst>
            <pc:docMk/>
            <pc:sldMk cId="1035782704" sldId="260"/>
            <ac:spMk id="11" creationId="{E033ED1E-C3A1-4528-98EC-0C84A116726C}"/>
          </ac:spMkLst>
        </pc:spChg>
        <pc:spChg chg="add mod">
          <ac:chgData name="Amorntep Matsarat" userId="3ae4c85d-85de-4ab6-a795-e1f18d4f5d40" providerId="ADAL" clId="{31496048-FE11-4232-A2CB-78CD73C35687}" dt="2026-08-03T04:12:33.111" v="290"/>
          <ac:spMkLst>
            <pc:docMk/>
            <pc:sldMk cId="1035782704" sldId="260"/>
            <ac:spMk id="12" creationId="{CEAA7738-DB9D-42FA-991D-0305F1D910F3}"/>
          </ac:spMkLst>
        </pc:spChg>
      </pc:sldChg>
      <pc:sldChg chg="del">
        <pc:chgData name="Amorntep Matsarat" userId="3ae4c85d-85de-4ab6-a795-e1f18d4f5d40" providerId="ADAL" clId="{31496048-FE11-4232-A2CB-78CD73C35687}" dt="2026-08-03T04:13:41.290" v="294"/>
        <pc:sldMkLst>
          <pc:docMk/>
          <pc:sldMk cId="156121726" sldId="261"/>
        </pc:sldMkLst>
      </pc:sldChg>
      <pc:sldChg chg="addSp modSp del mod">
        <pc:chgData name="Amorntep Matsarat" userId="3ae4c85d-85de-4ab6-a795-e1f18d4f5d40" providerId="ADAL" clId="{31496048-FE11-4232-A2CB-78CD73C35687}" dt="2026-08-03T04:16:14.245" v="368"/>
        <pc:sldMkLst>
          <pc:docMk/>
          <pc:sldMk cId="4756841" sldId="262"/>
        </pc:sldMkLst>
        <pc:spChg chg="mod">
          <ac:chgData name="Amorntep Matsarat" userId="3ae4c85d-85de-4ab6-a795-e1f18d4f5d40" providerId="ADAL" clId="{31496048-FE11-4232-A2CB-78CD73C35687}" dt="2026-08-03T04:15:49.469" v="354"/>
          <ac:spMkLst>
            <pc:docMk/>
            <pc:sldMk cId="4756841" sldId="262"/>
            <ac:spMk id="3" creationId="{1D69E464-6C38-4B8E-A974-BAF095424416}"/>
          </ac:spMkLst>
        </pc:spChg>
        <pc:spChg chg="mod">
          <ac:chgData name="Amorntep Matsarat" userId="3ae4c85d-85de-4ab6-a795-e1f18d4f5d40" providerId="ADAL" clId="{31496048-FE11-4232-A2CB-78CD73C35687}" dt="2026-08-03T04:15:49.456" v="348"/>
          <ac:spMkLst>
            <pc:docMk/>
            <pc:sldMk cId="4756841" sldId="262"/>
            <ac:spMk id="4" creationId="{94982070-C32D-4AA6-A763-832BC17BF35E}"/>
          </ac:spMkLst>
        </pc:spChg>
        <pc:spChg chg="mod">
          <ac:chgData name="Amorntep Matsarat" userId="3ae4c85d-85de-4ab6-a795-e1f18d4f5d40" providerId="ADAL" clId="{31496048-FE11-4232-A2CB-78CD73C35687}" dt="2026-08-03T04:15:49.456" v="349"/>
          <ac:spMkLst>
            <pc:docMk/>
            <pc:sldMk cId="4756841" sldId="262"/>
            <ac:spMk id="5" creationId="{27B5E7BC-3C45-458F-A4A7-E8E968F786BE}"/>
          </ac:spMkLst>
        </pc:spChg>
        <pc:spChg chg="mod">
          <ac:chgData name="Amorntep Matsarat" userId="3ae4c85d-85de-4ab6-a795-e1f18d4f5d40" providerId="ADAL" clId="{31496048-FE11-4232-A2CB-78CD73C35687}" dt="2026-08-03T04:15:49.469" v="356"/>
          <ac:spMkLst>
            <pc:docMk/>
            <pc:sldMk cId="4756841" sldId="262"/>
            <ac:spMk id="6" creationId="{80F59208-257B-4055-B526-2529C9C95F94}"/>
          </ac:spMkLst>
        </pc:spChg>
        <pc:spChg chg="mod">
          <ac:chgData name="Amorntep Matsarat" userId="3ae4c85d-85de-4ab6-a795-e1f18d4f5d40" providerId="ADAL" clId="{31496048-FE11-4232-A2CB-78CD73C35687}" dt="2026-08-03T04:15:49.469" v="351"/>
          <ac:spMkLst>
            <pc:docMk/>
            <pc:sldMk cId="4756841" sldId="262"/>
            <ac:spMk id="7" creationId="{D5FEBE68-1DF9-498A-987B-70EC2D1455D1}"/>
          </ac:spMkLst>
        </pc:spChg>
        <pc:spChg chg="mod">
          <ac:chgData name="Amorntep Matsarat" userId="3ae4c85d-85de-4ab6-a795-e1f18d4f5d40" providerId="ADAL" clId="{31496048-FE11-4232-A2CB-78CD73C35687}" dt="2026-08-03T04:15:49.469" v="352"/>
          <ac:spMkLst>
            <pc:docMk/>
            <pc:sldMk cId="4756841" sldId="262"/>
            <ac:spMk id="8" creationId="{F98ECB06-C9FB-4546-9157-618D8496E261}"/>
          </ac:spMkLst>
        </pc:spChg>
        <pc:spChg chg="add mod">
          <ac:chgData name="Amorntep Matsarat" userId="3ae4c85d-85de-4ab6-a795-e1f18d4f5d40" providerId="ADAL" clId="{31496048-FE11-4232-A2CB-78CD73C35687}" dt="2026-08-03T04:15:57.701" v="365"/>
          <ac:spMkLst>
            <pc:docMk/>
            <pc:sldMk cId="4756841" sldId="262"/>
            <ac:spMk id="11" creationId="{E4A619CA-5438-499A-B874-61AF59183F54}"/>
          </ac:spMkLst>
        </pc:spChg>
        <pc:spChg chg="add mod">
          <ac:chgData name="Amorntep Matsarat" userId="3ae4c85d-85de-4ab6-a795-e1f18d4f5d40" providerId="ADAL" clId="{31496048-FE11-4232-A2CB-78CD73C35687}" dt="2026-08-03T04:15:57.701" v="366"/>
          <ac:spMkLst>
            <pc:docMk/>
            <pc:sldMk cId="4756841" sldId="262"/>
            <ac:spMk id="12" creationId="{D43D4AB4-8FCE-4C5D-AF8E-FE87D59C715E}"/>
          </ac:spMkLst>
        </pc:spChg>
      </pc:sldChg>
      <pc:sldChg chg="addSp modSp del mod">
        <pc:chgData name="Amorntep Matsarat" userId="3ae4c85d-85de-4ab6-a795-e1f18d4f5d40" providerId="ADAL" clId="{31496048-FE11-4232-A2CB-78CD73C35687}" dt="2026-08-03T03:59:07.030" v="76"/>
        <pc:sldMkLst>
          <pc:docMk/>
          <pc:sldMk cId="1063957868" sldId="263"/>
        </pc:sldMkLst>
        <pc:spChg chg="mod">
          <ac:chgData name="Amorntep Matsarat" userId="3ae4c85d-85de-4ab6-a795-e1f18d4f5d40" providerId="ADAL" clId="{31496048-FE11-4232-A2CB-78CD73C35687}" dt="2026-08-03T03:58:39.910" v="5"/>
          <ac:spMkLst>
            <pc:docMk/>
            <pc:sldMk cId="1063957868" sldId="263"/>
            <ac:spMk id="3" creationId="{3A5D0D74-5C84-47F9-87C0-E08375E59520}"/>
          </ac:spMkLst>
        </pc:spChg>
        <pc:spChg chg="mod">
          <ac:chgData name="Amorntep Matsarat" userId="3ae4c85d-85de-4ab6-a795-e1f18d4f5d40" providerId="ADAL" clId="{31496048-FE11-4232-A2CB-78CD73C35687}" dt="2026-08-03T03:58:39.930" v="11" actId="27636"/>
          <ac:spMkLst>
            <pc:docMk/>
            <pc:sldMk cId="1063957868" sldId="263"/>
            <ac:spMk id="4" creationId="{47D7F88B-B6C4-4AB4-AA13-E3BC02CAEF53}"/>
          </ac:spMkLst>
        </pc:spChg>
        <pc:spChg chg="add mod">
          <ac:chgData name="Amorntep Matsarat" userId="3ae4c85d-85de-4ab6-a795-e1f18d4f5d40" providerId="ADAL" clId="{31496048-FE11-4232-A2CB-78CD73C35687}" dt="2026-08-03T03:58:59.190" v="21"/>
          <ac:spMkLst>
            <pc:docMk/>
            <pc:sldMk cId="1063957868" sldId="263"/>
            <ac:spMk id="5" creationId="{A9D8635A-47AD-4247-9AEA-923C1D26F24A}"/>
          </ac:spMkLst>
        </pc:spChg>
        <pc:spChg chg="add mod">
          <ac:chgData name="Amorntep Matsarat" userId="3ae4c85d-85de-4ab6-a795-e1f18d4f5d40" providerId="ADAL" clId="{31496048-FE11-4232-A2CB-78CD73C35687}" dt="2026-08-03T03:58:59.208" v="26"/>
          <ac:spMkLst>
            <pc:docMk/>
            <pc:sldMk cId="1063957868" sldId="263"/>
            <ac:spMk id="7" creationId="{D8314CC8-0C8B-4007-8965-620A1DFA88D3}"/>
          </ac:spMkLst>
        </pc:spChg>
        <pc:spChg chg="add mod">
          <ac:chgData name="Amorntep Matsarat" userId="3ae4c85d-85de-4ab6-a795-e1f18d4f5d40" providerId="ADAL" clId="{31496048-FE11-4232-A2CB-78CD73C35687}" dt="2026-08-03T03:58:59.208" v="36"/>
          <ac:spMkLst>
            <pc:docMk/>
            <pc:sldMk cId="1063957868" sldId="263"/>
            <ac:spMk id="8" creationId="{F403E4C4-E9E2-44FA-895B-EB8F741A155D}"/>
          </ac:spMkLst>
        </pc:spChg>
        <pc:spChg chg="add mod">
          <ac:chgData name="Amorntep Matsarat" userId="3ae4c85d-85de-4ab6-a795-e1f18d4f5d40" providerId="ADAL" clId="{31496048-FE11-4232-A2CB-78CD73C35687}" dt="2026-08-03T03:58:59.214" v="41"/>
          <ac:spMkLst>
            <pc:docMk/>
            <pc:sldMk cId="1063957868" sldId="263"/>
            <ac:spMk id="9" creationId="{62A9D66F-D388-4AE9-A430-0C134C7E3070}"/>
          </ac:spMkLst>
        </pc:spChg>
        <pc:spChg chg="add mod">
          <ac:chgData name="Amorntep Matsarat" userId="3ae4c85d-85de-4ab6-a795-e1f18d4f5d40" providerId="ADAL" clId="{31496048-FE11-4232-A2CB-78CD73C35687}" dt="2026-08-03T03:58:59.217" v="51"/>
          <ac:spMkLst>
            <pc:docMk/>
            <pc:sldMk cId="1063957868" sldId="263"/>
            <ac:spMk id="11" creationId="{CFE9E9A1-9BFB-4013-BBC1-EFC2CC54B7B5}"/>
          </ac:spMkLst>
        </pc:spChg>
        <pc:spChg chg="add mod">
          <ac:chgData name="Amorntep Matsarat" userId="3ae4c85d-85de-4ab6-a795-e1f18d4f5d40" providerId="ADAL" clId="{31496048-FE11-4232-A2CB-78CD73C35687}" dt="2026-08-03T03:58:59.217" v="56"/>
          <ac:spMkLst>
            <pc:docMk/>
            <pc:sldMk cId="1063957868" sldId="263"/>
            <ac:spMk id="12" creationId="{9BFDE316-2283-4C0F-9C54-45DA662974B9}"/>
          </ac:spMkLst>
        </pc:spChg>
        <pc:spChg chg="add mod">
          <ac:chgData name="Amorntep Matsarat" userId="3ae4c85d-85de-4ab6-a795-e1f18d4f5d40" providerId="ADAL" clId="{31496048-FE11-4232-A2CB-78CD73C35687}" dt="2026-08-03T03:58:59.217" v="66"/>
          <ac:spMkLst>
            <pc:docMk/>
            <pc:sldMk cId="1063957868" sldId="263"/>
            <ac:spMk id="13" creationId="{09FC52F7-98CE-4C21-9E9D-38D9A66F23B5}"/>
          </ac:spMkLst>
        </pc:spChg>
        <pc:spChg chg="add mod">
          <ac:chgData name="Amorntep Matsarat" userId="3ae4c85d-85de-4ab6-a795-e1f18d4f5d40" providerId="ADAL" clId="{31496048-FE11-4232-A2CB-78CD73C35687}" dt="2026-08-03T03:58:59.217" v="71"/>
          <ac:spMkLst>
            <pc:docMk/>
            <pc:sldMk cId="1063957868" sldId="263"/>
            <ac:spMk id="14" creationId="{935EAAF6-6493-4DB6-80D9-85F88AA5F358}"/>
          </ac:spMkLst>
        </pc:spChg>
        <pc:spChg chg="add mod">
          <ac:chgData name="Amorntep Matsarat" userId="3ae4c85d-85de-4ab6-a795-e1f18d4f5d40" providerId="ADAL" clId="{31496048-FE11-4232-A2CB-78CD73C35687}" dt="2026-08-03T03:58:59.217" v="74"/>
          <ac:spMkLst>
            <pc:docMk/>
            <pc:sldMk cId="1063957868" sldId="263"/>
            <ac:spMk id="15" creationId="{4686058D-57C5-4930-A3CE-101A0A0EC120}"/>
          </ac:spMkLst>
        </pc:spChg>
      </pc:sldChg>
      <pc:sldChg chg="addSp modSp del mod">
        <pc:chgData name="Amorntep Matsarat" userId="3ae4c85d-85de-4ab6-a795-e1f18d4f5d40" providerId="ADAL" clId="{31496048-FE11-4232-A2CB-78CD73C35687}" dt="2026-08-03T04:18:51.187" v="452"/>
        <pc:sldMkLst>
          <pc:docMk/>
          <pc:sldMk cId="462351945" sldId="264"/>
        </pc:sldMkLst>
        <pc:spChg chg="mod">
          <ac:chgData name="Amorntep Matsarat" userId="3ae4c85d-85de-4ab6-a795-e1f18d4f5d40" providerId="ADAL" clId="{31496048-FE11-4232-A2CB-78CD73C35687}" dt="2026-08-03T04:18:28.923" v="405"/>
          <ac:spMkLst>
            <pc:docMk/>
            <pc:sldMk cId="462351945" sldId="264"/>
            <ac:spMk id="4" creationId="{1335F822-ACB9-456E-B655-334528EB046A}"/>
          </ac:spMkLst>
        </pc:spChg>
        <pc:spChg chg="add mod">
          <ac:chgData name="Amorntep Matsarat" userId="3ae4c85d-85de-4ab6-a795-e1f18d4f5d40" providerId="ADAL" clId="{31496048-FE11-4232-A2CB-78CD73C35687}" dt="2026-08-03T04:18:40.920" v="421"/>
          <ac:spMkLst>
            <pc:docMk/>
            <pc:sldMk cId="462351945" sldId="264"/>
            <ac:spMk id="5" creationId="{8194FD31-77FA-4373-A15D-A7DFE9D9F01D}"/>
          </ac:spMkLst>
        </pc:spChg>
        <pc:spChg chg="mod">
          <ac:chgData name="Amorntep Matsarat" userId="3ae4c85d-85de-4ab6-a795-e1f18d4f5d40" providerId="ADAL" clId="{31496048-FE11-4232-A2CB-78CD73C35687}" dt="2026-08-03T04:18:28.921" v="401"/>
          <ac:spMkLst>
            <pc:docMk/>
            <pc:sldMk cId="462351945" sldId="264"/>
            <ac:spMk id="6" creationId="{2974EB05-E9EC-46B7-838A-2655C9A4B316}"/>
          </ac:spMkLst>
        </pc:spChg>
        <pc:spChg chg="add mod">
          <ac:chgData name="Amorntep Matsarat" userId="3ae4c85d-85de-4ab6-a795-e1f18d4f5d40" providerId="ADAL" clId="{31496048-FE11-4232-A2CB-78CD73C35687}" dt="2026-08-03T04:18:40.924" v="428"/>
          <ac:spMkLst>
            <pc:docMk/>
            <pc:sldMk cId="462351945" sldId="264"/>
            <ac:spMk id="7" creationId="{761954EC-1DA3-4EB1-B536-9B8F37A54646}"/>
          </ac:spMkLst>
        </pc:spChg>
        <pc:spChg chg="add mod">
          <ac:chgData name="Amorntep Matsarat" userId="3ae4c85d-85de-4ab6-a795-e1f18d4f5d40" providerId="ADAL" clId="{31496048-FE11-4232-A2CB-78CD73C35687}" dt="2026-08-03T04:18:40.928" v="435"/>
          <ac:spMkLst>
            <pc:docMk/>
            <pc:sldMk cId="462351945" sldId="264"/>
            <ac:spMk id="8" creationId="{65ECF5A1-7AAC-44AF-844E-DCEC2910858C}"/>
          </ac:spMkLst>
        </pc:spChg>
        <pc:spChg chg="add mod">
          <ac:chgData name="Amorntep Matsarat" userId="3ae4c85d-85de-4ab6-a795-e1f18d4f5d40" providerId="ADAL" clId="{31496048-FE11-4232-A2CB-78CD73C35687}" dt="2026-08-03T04:18:40.933" v="440"/>
          <ac:spMkLst>
            <pc:docMk/>
            <pc:sldMk cId="462351945" sldId="264"/>
            <ac:spMk id="9" creationId="{FEDB3DEC-308B-4B83-9C1B-B571C9C33D3D}"/>
          </ac:spMkLst>
        </pc:spChg>
        <pc:spChg chg="add mod">
          <ac:chgData name="Amorntep Matsarat" userId="3ae4c85d-85de-4ab6-a795-e1f18d4f5d40" providerId="ADAL" clId="{31496048-FE11-4232-A2CB-78CD73C35687}" dt="2026-08-03T04:18:40.940" v="445"/>
          <ac:spMkLst>
            <pc:docMk/>
            <pc:sldMk cId="462351945" sldId="264"/>
            <ac:spMk id="11" creationId="{8FA52140-B0BD-4EA0-8045-92D2C2AECCB5}"/>
          </ac:spMkLst>
        </pc:spChg>
        <pc:spChg chg="add mod">
          <ac:chgData name="Amorntep Matsarat" userId="3ae4c85d-85de-4ab6-a795-e1f18d4f5d40" providerId="ADAL" clId="{31496048-FE11-4232-A2CB-78CD73C35687}" dt="2026-08-03T04:18:40.946" v="450"/>
          <ac:spMkLst>
            <pc:docMk/>
            <pc:sldMk cId="462351945" sldId="264"/>
            <ac:spMk id="12" creationId="{E335F7D8-5B02-4230-AFB9-92E3620437A2}"/>
          </ac:spMkLst>
        </pc:spChg>
      </pc:sldChg>
      <pc:sldChg chg="addSp modSp del mod">
        <pc:chgData name="Amorntep Matsarat" userId="3ae4c85d-85de-4ab6-a795-e1f18d4f5d40" providerId="ADAL" clId="{31496048-FE11-4232-A2CB-78CD73C35687}" dt="2026-08-03T04:19:47.359" v="525"/>
        <pc:sldMkLst>
          <pc:docMk/>
          <pc:sldMk cId="1426329571" sldId="265"/>
        </pc:sldMkLst>
        <pc:spChg chg="mod">
          <ac:chgData name="Amorntep Matsarat" userId="3ae4c85d-85de-4ab6-a795-e1f18d4f5d40" providerId="ADAL" clId="{31496048-FE11-4232-A2CB-78CD73C35687}" dt="2026-08-03T04:19:24.952" v="458"/>
          <ac:spMkLst>
            <pc:docMk/>
            <pc:sldMk cId="1426329571" sldId="265"/>
            <ac:spMk id="3" creationId="{28FE6923-C8D2-4CAA-8CE0-65D8F76D9909}"/>
          </ac:spMkLst>
        </pc:spChg>
        <pc:spChg chg="mod">
          <ac:chgData name="Amorntep Matsarat" userId="3ae4c85d-85de-4ab6-a795-e1f18d4f5d40" providerId="ADAL" clId="{31496048-FE11-4232-A2CB-78CD73C35687}" dt="2026-08-03T04:19:25.050" v="463" actId="27636"/>
          <ac:spMkLst>
            <pc:docMk/>
            <pc:sldMk cId="1426329571" sldId="265"/>
            <ac:spMk id="4" creationId="{780CAECE-BA43-4226-B56D-87C5CD9A5438}"/>
          </ac:spMkLst>
        </pc:spChg>
        <pc:spChg chg="add mod">
          <ac:chgData name="Amorntep Matsarat" userId="3ae4c85d-85de-4ab6-a795-e1f18d4f5d40" providerId="ADAL" clId="{31496048-FE11-4232-A2CB-78CD73C35687}" dt="2026-08-03T04:19:35.003" v="482"/>
          <ac:spMkLst>
            <pc:docMk/>
            <pc:sldMk cId="1426329571" sldId="265"/>
            <ac:spMk id="5" creationId="{6A97190B-CD95-4C29-AD94-C0CB1D2438F2}"/>
          </ac:spMkLst>
        </pc:spChg>
        <pc:spChg chg="add mod">
          <ac:chgData name="Amorntep Matsarat" userId="3ae4c85d-85de-4ab6-a795-e1f18d4f5d40" providerId="ADAL" clId="{31496048-FE11-4232-A2CB-78CD73C35687}" dt="2026-08-03T04:19:35.015" v="489"/>
          <ac:spMkLst>
            <pc:docMk/>
            <pc:sldMk cId="1426329571" sldId="265"/>
            <ac:spMk id="7" creationId="{F244EBEC-61A5-4247-9A31-0D6E7023BD6F}"/>
          </ac:spMkLst>
        </pc:spChg>
        <pc:spChg chg="add mod">
          <ac:chgData name="Amorntep Matsarat" userId="3ae4c85d-85de-4ab6-a795-e1f18d4f5d40" providerId="ADAL" clId="{31496048-FE11-4232-A2CB-78CD73C35687}" dt="2026-08-03T04:19:35.022" v="496"/>
          <ac:spMkLst>
            <pc:docMk/>
            <pc:sldMk cId="1426329571" sldId="265"/>
            <ac:spMk id="8" creationId="{6F2D7935-739A-4D23-A73C-98761E60BE5E}"/>
          </ac:spMkLst>
        </pc:spChg>
        <pc:spChg chg="add mod">
          <ac:chgData name="Amorntep Matsarat" userId="3ae4c85d-85de-4ab6-a795-e1f18d4f5d40" providerId="ADAL" clId="{31496048-FE11-4232-A2CB-78CD73C35687}" dt="2026-08-03T04:19:35.035" v="503"/>
          <ac:spMkLst>
            <pc:docMk/>
            <pc:sldMk cId="1426329571" sldId="265"/>
            <ac:spMk id="9" creationId="{B4E477B1-6E43-41A5-AA0C-73F44AEF4DFF}"/>
          </ac:spMkLst>
        </pc:spChg>
        <pc:spChg chg="add mod">
          <ac:chgData name="Amorntep Matsarat" userId="3ae4c85d-85de-4ab6-a795-e1f18d4f5d40" providerId="ADAL" clId="{31496048-FE11-4232-A2CB-78CD73C35687}" dt="2026-08-03T04:19:35.041" v="508"/>
          <ac:spMkLst>
            <pc:docMk/>
            <pc:sldMk cId="1426329571" sldId="265"/>
            <ac:spMk id="11" creationId="{1C5ACAFB-CD01-4796-8AE7-3A315F6FD885}"/>
          </ac:spMkLst>
        </pc:spChg>
        <pc:spChg chg="add mod">
          <ac:chgData name="Amorntep Matsarat" userId="3ae4c85d-85de-4ab6-a795-e1f18d4f5d40" providerId="ADAL" clId="{31496048-FE11-4232-A2CB-78CD73C35687}" dt="2026-08-03T04:19:35.053" v="513"/>
          <ac:spMkLst>
            <pc:docMk/>
            <pc:sldMk cId="1426329571" sldId="265"/>
            <ac:spMk id="12" creationId="{74A3CC2E-2957-4224-A08B-830DE9B54A3C}"/>
          </ac:spMkLst>
        </pc:spChg>
        <pc:spChg chg="add mod">
          <ac:chgData name="Amorntep Matsarat" userId="3ae4c85d-85de-4ab6-a795-e1f18d4f5d40" providerId="ADAL" clId="{31496048-FE11-4232-A2CB-78CD73C35687}" dt="2026-08-03T04:19:35.063" v="518"/>
          <ac:spMkLst>
            <pc:docMk/>
            <pc:sldMk cId="1426329571" sldId="265"/>
            <ac:spMk id="13" creationId="{205719EA-532F-417B-8ADD-8E5924E70710}"/>
          </ac:spMkLst>
        </pc:spChg>
        <pc:spChg chg="add mod">
          <ac:chgData name="Amorntep Matsarat" userId="3ae4c85d-85de-4ab6-a795-e1f18d4f5d40" providerId="ADAL" clId="{31496048-FE11-4232-A2CB-78CD73C35687}" dt="2026-08-03T04:19:35.079" v="523"/>
          <ac:spMkLst>
            <pc:docMk/>
            <pc:sldMk cId="1426329571" sldId="265"/>
            <ac:spMk id="14" creationId="{530D9249-5214-4A9C-B042-8C5D11DD4F6C}"/>
          </ac:spMkLst>
        </pc:spChg>
      </pc:sldChg>
      <pc:sldChg chg="addSp modSp del mod">
        <pc:chgData name="Amorntep Matsarat" userId="3ae4c85d-85de-4ab6-a795-e1f18d4f5d40" providerId="ADAL" clId="{31496048-FE11-4232-A2CB-78CD73C35687}" dt="2026-08-03T04:21:03.004" v="555"/>
        <pc:sldMkLst>
          <pc:docMk/>
          <pc:sldMk cId="718958280" sldId="266"/>
        </pc:sldMkLst>
        <pc:spChg chg="mod">
          <ac:chgData name="Amorntep Matsarat" userId="3ae4c85d-85de-4ab6-a795-e1f18d4f5d40" providerId="ADAL" clId="{31496048-FE11-4232-A2CB-78CD73C35687}" dt="2026-08-03T04:20:39.628" v="534"/>
          <ac:spMkLst>
            <pc:docMk/>
            <pc:sldMk cId="718958280" sldId="266"/>
            <ac:spMk id="3" creationId="{51EA7758-D02E-49ED-93B0-B7FD95DB1BC9}"/>
          </ac:spMkLst>
        </pc:spChg>
        <pc:spChg chg="mod">
          <ac:chgData name="Amorntep Matsarat" userId="3ae4c85d-85de-4ab6-a795-e1f18d4f5d40" providerId="ADAL" clId="{31496048-FE11-4232-A2CB-78CD73C35687}" dt="2026-08-03T04:20:39.651" v="545"/>
          <ac:spMkLst>
            <pc:docMk/>
            <pc:sldMk cId="718958280" sldId="266"/>
            <ac:spMk id="5" creationId="{AE3D1D95-197D-472C-B502-773948CEB377}"/>
          </ac:spMkLst>
        </pc:spChg>
        <pc:spChg chg="mod">
          <ac:chgData name="Amorntep Matsarat" userId="3ae4c85d-85de-4ab6-a795-e1f18d4f5d40" providerId="ADAL" clId="{31496048-FE11-4232-A2CB-78CD73C35687}" dt="2026-08-03T04:20:39.644" v="543"/>
          <ac:spMkLst>
            <pc:docMk/>
            <pc:sldMk cId="718958280" sldId="266"/>
            <ac:spMk id="6" creationId="{663D825C-29B7-4DD9-9FFA-8E5F972220F7}"/>
          </ac:spMkLst>
        </pc:spChg>
        <pc:spChg chg="mod">
          <ac:chgData name="Amorntep Matsarat" userId="3ae4c85d-85de-4ab6-a795-e1f18d4f5d40" providerId="ADAL" clId="{31496048-FE11-4232-A2CB-78CD73C35687}" dt="2026-08-03T04:20:39.654" v="547"/>
          <ac:spMkLst>
            <pc:docMk/>
            <pc:sldMk cId="718958280" sldId="266"/>
            <ac:spMk id="8" creationId="{824DFB12-9C1D-4685-A852-7839786EAF1D}"/>
          </ac:spMkLst>
        </pc:spChg>
        <pc:spChg chg="mod">
          <ac:chgData name="Amorntep Matsarat" userId="3ae4c85d-85de-4ab6-a795-e1f18d4f5d40" providerId="ADAL" clId="{31496048-FE11-4232-A2CB-78CD73C35687}" dt="2026-08-03T04:20:39.656" v="549"/>
          <ac:spMkLst>
            <pc:docMk/>
            <pc:sldMk cId="718958280" sldId="266"/>
            <ac:spMk id="10" creationId="{42CD872B-444F-4EFA-9329-E0A76A616670}"/>
          </ac:spMkLst>
        </pc:spChg>
        <pc:spChg chg="mod">
          <ac:chgData name="Amorntep Matsarat" userId="3ae4c85d-85de-4ab6-a795-e1f18d4f5d40" providerId="ADAL" clId="{31496048-FE11-4232-A2CB-78CD73C35687}" dt="2026-08-03T04:20:39.660" v="551"/>
          <ac:spMkLst>
            <pc:docMk/>
            <pc:sldMk cId="718958280" sldId="266"/>
            <ac:spMk id="12" creationId="{36FA463A-F9AE-477B-AA19-49039CBFE566}"/>
          </ac:spMkLst>
        </pc:spChg>
        <pc:spChg chg="mod">
          <ac:chgData name="Amorntep Matsarat" userId="3ae4c85d-85de-4ab6-a795-e1f18d4f5d40" providerId="ADAL" clId="{31496048-FE11-4232-A2CB-78CD73C35687}" dt="2026-08-03T04:20:39.660" v="553"/>
          <ac:spMkLst>
            <pc:docMk/>
            <pc:sldMk cId="718958280" sldId="266"/>
            <ac:spMk id="14" creationId="{FED2A259-1732-4353-9EE9-09B2E686A176}"/>
          </ac:spMkLst>
        </pc:spChg>
        <pc:spChg chg="add mod">
          <ac:chgData name="Amorntep Matsarat" userId="3ae4c85d-85de-4ab6-a795-e1f18d4f5d40" providerId="ADAL" clId="{31496048-FE11-4232-A2CB-78CD73C35687}" dt="2026-08-03T04:20:39.636" v="537"/>
          <ac:spMkLst>
            <pc:docMk/>
            <pc:sldMk cId="718958280" sldId="266"/>
            <ac:spMk id="16" creationId="{82D6CC78-4EE8-442E-9A42-673EDB2D201A}"/>
          </ac:spMkLst>
        </pc:spChg>
      </pc:sldChg>
      <pc:sldChg chg="addSp modSp del mod">
        <pc:chgData name="Amorntep Matsarat" userId="3ae4c85d-85de-4ab6-a795-e1f18d4f5d40" providerId="ADAL" clId="{31496048-FE11-4232-A2CB-78CD73C35687}" dt="2026-08-03T04:21:56.566" v="567"/>
        <pc:sldMkLst>
          <pc:docMk/>
          <pc:sldMk cId="1801612840" sldId="267"/>
        </pc:sldMkLst>
        <pc:spChg chg="add mod">
          <ac:chgData name="Amorntep Matsarat" userId="3ae4c85d-85de-4ab6-a795-e1f18d4f5d40" providerId="ADAL" clId="{31496048-FE11-4232-A2CB-78CD73C35687}" dt="2026-08-03T04:21:40.284" v="562"/>
          <ac:spMkLst>
            <pc:docMk/>
            <pc:sldMk cId="1801612840" sldId="267"/>
            <ac:spMk id="5" creationId="{09224283-06F1-4D67-A931-F5C39E84D6D3}"/>
          </ac:spMkLst>
        </pc:spChg>
        <pc:spChg chg="add mod">
          <ac:chgData name="Amorntep Matsarat" userId="3ae4c85d-85de-4ab6-a795-e1f18d4f5d40" providerId="ADAL" clId="{31496048-FE11-4232-A2CB-78CD73C35687}" dt="2026-08-03T04:21:40.286" v="565"/>
          <ac:spMkLst>
            <pc:docMk/>
            <pc:sldMk cId="1801612840" sldId="267"/>
            <ac:spMk id="6" creationId="{AA8274C2-4BA9-429D-A54B-32ABC5055FCA}"/>
          </ac:spMkLst>
        </pc:spChg>
      </pc:sldChg>
      <pc:sldChg chg="add del">
        <pc:chgData name="Amorntep Matsarat" userId="3ae4c85d-85de-4ab6-a795-e1f18d4f5d40" providerId="ADAL" clId="{31496048-FE11-4232-A2CB-78CD73C35687}" dt="2026-08-03T03:59:17.294" v="78"/>
        <pc:sldMkLst>
          <pc:docMk/>
          <pc:sldMk cId="888994598" sldId="268"/>
        </pc:sldMkLst>
      </pc:sldChg>
      <pc:sldChg chg="modSp add del mod">
        <pc:chgData name="Amorntep Matsarat" userId="3ae4c85d-85de-4ab6-a795-e1f18d4f5d40" providerId="ADAL" clId="{31496048-FE11-4232-A2CB-78CD73C35687}" dt="2026-08-03T03:59:43.172" v="81"/>
        <pc:sldMkLst>
          <pc:docMk/>
          <pc:sldMk cId="1802272521" sldId="269"/>
        </pc:sldMkLst>
        <pc:spChg chg="mod">
          <ac:chgData name="Amorntep Matsarat" userId="3ae4c85d-85de-4ab6-a795-e1f18d4f5d40" providerId="ADAL" clId="{31496048-FE11-4232-A2CB-78CD73C35687}" dt="2026-08-03T03:59:17.334" v="79" actId="27636"/>
          <ac:spMkLst>
            <pc:docMk/>
            <pc:sldMk cId="1802272521" sldId="269"/>
            <ac:spMk id="4" creationId="{47D7F88B-B6C4-4AB4-AA13-E3BC02CAEF53}"/>
          </ac:spMkLst>
        </pc:spChg>
      </pc:sldChg>
      <pc:sldChg chg="add">
        <pc:chgData name="Amorntep Matsarat" userId="3ae4c85d-85de-4ab6-a795-e1f18d4f5d40" providerId="ADAL" clId="{31496048-FE11-4232-A2CB-78CD73C35687}" dt="2026-08-03T03:59:43.155" v="80"/>
        <pc:sldMkLst>
          <pc:docMk/>
          <pc:sldMk cId="1653568142" sldId="270"/>
        </pc:sldMkLst>
      </pc:sldChg>
      <pc:sldChg chg="modSp add mod">
        <pc:chgData name="Amorntep Matsarat" userId="3ae4c85d-85de-4ab6-a795-e1f18d4f5d40" providerId="ADAL" clId="{31496048-FE11-4232-A2CB-78CD73C35687}" dt="2026-08-03T04:09:15.455" v="94"/>
        <pc:sldMkLst>
          <pc:docMk/>
          <pc:sldMk cId="4228611927" sldId="271"/>
        </pc:sldMkLst>
        <pc:spChg chg="mod">
          <ac:chgData name="Amorntep Matsarat" userId="3ae4c85d-85de-4ab6-a795-e1f18d4f5d40" providerId="ADAL" clId="{31496048-FE11-4232-A2CB-78CD73C35687}" dt="2026-08-03T04:09:15.452" v="93"/>
          <ac:spMkLst>
            <pc:docMk/>
            <pc:sldMk cId="4228611927" sldId="271"/>
            <ac:spMk id="4" creationId="{6B998A18-62BF-4664-8DBA-3002922CB1F4}"/>
          </ac:spMkLst>
        </pc:spChg>
        <pc:spChg chg="mod">
          <ac:chgData name="Amorntep Matsarat" userId="3ae4c85d-85de-4ab6-a795-e1f18d4f5d40" providerId="ADAL" clId="{31496048-FE11-4232-A2CB-78CD73C35687}" dt="2026-08-03T04:09:15.455" v="94"/>
          <ac:spMkLst>
            <pc:docMk/>
            <pc:sldMk cId="4228611927" sldId="271"/>
            <ac:spMk id="5" creationId="{55A16018-9C83-4029-9E64-94DDE3A9D38E}"/>
          </ac:spMkLst>
        </pc:spChg>
      </pc:sldChg>
      <pc:sldChg chg="add">
        <pc:chgData name="Amorntep Matsarat" userId="3ae4c85d-85de-4ab6-a795-e1f18d4f5d40" providerId="ADAL" clId="{31496048-FE11-4232-A2CB-78CD73C35687}" dt="2026-08-03T04:10:12.460" v="101"/>
        <pc:sldMkLst>
          <pc:docMk/>
          <pc:sldMk cId="2814885280" sldId="272"/>
        </pc:sldMkLst>
      </pc:sldChg>
      <pc:sldChg chg="add">
        <pc:chgData name="Amorntep Matsarat" userId="3ae4c85d-85de-4ab6-a795-e1f18d4f5d40" providerId="ADAL" clId="{31496048-FE11-4232-A2CB-78CD73C35687}" dt="2026-08-03T04:11:05.286" v="158"/>
        <pc:sldMkLst>
          <pc:docMk/>
          <pc:sldMk cId="585361618" sldId="273"/>
        </pc:sldMkLst>
      </pc:sldChg>
      <pc:sldChg chg="modSp add mod">
        <pc:chgData name="Amorntep Matsarat" userId="3ae4c85d-85de-4ab6-a795-e1f18d4f5d40" providerId="ADAL" clId="{31496048-FE11-4232-A2CB-78CD73C35687}" dt="2026-08-03T04:11:46.609" v="234" actId="27636"/>
        <pc:sldMkLst>
          <pc:docMk/>
          <pc:sldMk cId="3224070069" sldId="274"/>
        </pc:sldMkLst>
        <pc:spChg chg="mod">
          <ac:chgData name="Amorntep Matsarat" userId="3ae4c85d-85de-4ab6-a795-e1f18d4f5d40" providerId="ADAL" clId="{31496048-FE11-4232-A2CB-78CD73C35687}" dt="2026-08-03T04:11:46.609" v="234" actId="27636"/>
          <ac:spMkLst>
            <pc:docMk/>
            <pc:sldMk cId="3224070069" sldId="274"/>
            <ac:spMk id="4" creationId="{F485E996-DAEC-4193-8865-59AEA2213514}"/>
          </ac:spMkLst>
        </pc:spChg>
      </pc:sldChg>
      <pc:sldChg chg="add">
        <pc:chgData name="Amorntep Matsarat" userId="3ae4c85d-85de-4ab6-a795-e1f18d4f5d40" providerId="ADAL" clId="{31496048-FE11-4232-A2CB-78CD73C35687}" dt="2026-08-03T04:12:49.836" v="291"/>
        <pc:sldMkLst>
          <pc:docMk/>
          <pc:sldMk cId="3738277119" sldId="275"/>
        </pc:sldMkLst>
      </pc:sldChg>
      <pc:sldChg chg="add del">
        <pc:chgData name="Amorntep Matsarat" userId="3ae4c85d-85de-4ab6-a795-e1f18d4f5d40" providerId="ADAL" clId="{31496048-FE11-4232-A2CB-78CD73C35687}" dt="2026-08-03T04:13:41.691" v="296"/>
        <pc:sldMkLst>
          <pc:docMk/>
          <pc:sldMk cId="960881602" sldId="276"/>
        </pc:sldMkLst>
      </pc:sldChg>
      <pc:sldChg chg="add del">
        <pc:chgData name="Amorntep Matsarat" userId="3ae4c85d-85de-4ab6-a795-e1f18d4f5d40" providerId="ADAL" clId="{31496048-FE11-4232-A2CB-78CD73C35687}" dt="2026-08-03T04:13:42.311" v="298"/>
        <pc:sldMkLst>
          <pc:docMk/>
          <pc:sldMk cId="909079005" sldId="277"/>
        </pc:sldMkLst>
      </pc:sldChg>
      <pc:sldChg chg="modSp add del mod">
        <pc:chgData name="Amorntep Matsarat" userId="3ae4c85d-85de-4ab6-a795-e1f18d4f5d40" providerId="ADAL" clId="{31496048-FE11-4232-A2CB-78CD73C35687}" dt="2026-08-03T04:14:01.187" v="320"/>
        <pc:sldMkLst>
          <pc:docMk/>
          <pc:sldMk cId="2436509406" sldId="278"/>
        </pc:sldMkLst>
        <pc:spChg chg="mod">
          <ac:chgData name="Amorntep Matsarat" userId="3ae4c85d-85de-4ab6-a795-e1f18d4f5d40" providerId="ADAL" clId="{31496048-FE11-4232-A2CB-78CD73C35687}" dt="2026-08-03T04:13:48.104" v="306"/>
          <ac:spMkLst>
            <pc:docMk/>
            <pc:sldMk cId="2436509406" sldId="278"/>
            <ac:spMk id="4" creationId="{CE341CE8-06DF-4F1E-8F39-57685D654C0F}"/>
          </ac:spMkLst>
        </pc:spChg>
        <pc:spChg chg="mod">
          <ac:chgData name="Amorntep Matsarat" userId="3ae4c85d-85de-4ab6-a795-e1f18d4f5d40" providerId="ADAL" clId="{31496048-FE11-4232-A2CB-78CD73C35687}" dt="2026-08-03T04:13:48.110" v="312"/>
          <ac:spMkLst>
            <pc:docMk/>
            <pc:sldMk cId="2436509406" sldId="278"/>
            <ac:spMk id="5" creationId="{2B96E77F-5E05-447D-9A6C-251FA549E92C}"/>
          </ac:spMkLst>
        </pc:spChg>
        <pc:spChg chg="mod">
          <ac:chgData name="Amorntep Matsarat" userId="3ae4c85d-85de-4ab6-a795-e1f18d4f5d40" providerId="ADAL" clId="{31496048-FE11-4232-A2CB-78CD73C35687}" dt="2026-08-03T04:13:48.110" v="318"/>
          <ac:spMkLst>
            <pc:docMk/>
            <pc:sldMk cId="2436509406" sldId="278"/>
            <ac:spMk id="6" creationId="{ED589FE1-0AED-4094-BA89-1498083E1248}"/>
          </ac:spMkLst>
        </pc:spChg>
        <pc:cxnChg chg="mod">
          <ac:chgData name="Amorntep Matsarat" userId="3ae4c85d-85de-4ab6-a795-e1f18d4f5d40" providerId="ADAL" clId="{31496048-FE11-4232-A2CB-78CD73C35687}" dt="2026-08-03T04:13:48.099" v="300"/>
          <ac:cxnSpMkLst>
            <pc:docMk/>
            <pc:sldMk cId="2436509406" sldId="278"/>
            <ac:cxnSpMk id="15" creationId="{00000000-0000-0000-0000-000000000000}"/>
          </ac:cxnSpMkLst>
        </pc:cxnChg>
      </pc:sldChg>
      <pc:sldChg chg="modSp add mod">
        <pc:chgData name="Amorntep Matsarat" userId="3ae4c85d-85de-4ab6-a795-e1f18d4f5d40" providerId="ADAL" clId="{31496048-FE11-4232-A2CB-78CD73C35687}" dt="2026-08-03T04:14:49.863" v="346"/>
        <pc:sldMkLst>
          <pc:docMk/>
          <pc:sldMk cId="1363586929" sldId="279"/>
        </pc:sldMkLst>
        <pc:spChg chg="mod">
          <ac:chgData name="Amorntep Matsarat" userId="3ae4c85d-85de-4ab6-a795-e1f18d4f5d40" providerId="ADAL" clId="{31496048-FE11-4232-A2CB-78CD73C35687}" dt="2026-08-03T04:14:49.861" v="341"/>
          <ac:spMkLst>
            <pc:docMk/>
            <pc:sldMk cId="1363586929" sldId="279"/>
            <ac:spMk id="4" creationId="{CE341CE8-06DF-4F1E-8F39-57685D654C0F}"/>
          </ac:spMkLst>
        </pc:spChg>
        <pc:spChg chg="mod">
          <ac:chgData name="Amorntep Matsarat" userId="3ae4c85d-85de-4ab6-a795-e1f18d4f5d40" providerId="ADAL" clId="{31496048-FE11-4232-A2CB-78CD73C35687}" dt="2026-08-03T04:14:49.861" v="342"/>
          <ac:spMkLst>
            <pc:docMk/>
            <pc:sldMk cId="1363586929" sldId="279"/>
            <ac:spMk id="5" creationId="{2B96E77F-5E05-447D-9A6C-251FA549E92C}"/>
          </ac:spMkLst>
        </pc:spChg>
        <pc:spChg chg="mod">
          <ac:chgData name="Amorntep Matsarat" userId="3ae4c85d-85de-4ab6-a795-e1f18d4f5d40" providerId="ADAL" clId="{31496048-FE11-4232-A2CB-78CD73C35687}" dt="2026-08-03T04:14:49.863" v="343"/>
          <ac:spMkLst>
            <pc:docMk/>
            <pc:sldMk cId="1363586929" sldId="279"/>
            <ac:spMk id="6" creationId="{ED589FE1-0AED-4094-BA89-1498083E1248}"/>
          </ac:spMkLst>
        </pc:spChg>
        <pc:spChg chg="mod">
          <ac:chgData name="Amorntep Matsarat" userId="3ae4c85d-85de-4ab6-a795-e1f18d4f5d40" providerId="ADAL" clId="{31496048-FE11-4232-A2CB-78CD73C35687}" dt="2026-08-03T04:14:49.858" v="337"/>
          <ac:spMkLst>
            <pc:docMk/>
            <pc:sldMk cId="1363586929" sldId="279"/>
            <ac:spMk id="7" creationId="{5CA1AE72-5FDC-4C4E-BDC4-DDDAB388E5A9}"/>
          </ac:spMkLst>
        </pc:spChg>
        <pc:spChg chg="mod">
          <ac:chgData name="Amorntep Matsarat" userId="3ae4c85d-85de-4ab6-a795-e1f18d4f5d40" providerId="ADAL" clId="{31496048-FE11-4232-A2CB-78CD73C35687}" dt="2026-08-03T04:14:49.858" v="338"/>
          <ac:spMkLst>
            <pc:docMk/>
            <pc:sldMk cId="1363586929" sldId="279"/>
            <ac:spMk id="8" creationId="{32E60EB5-6250-4505-865C-F3E053D115A9}"/>
          </ac:spMkLst>
        </pc:spChg>
        <pc:spChg chg="mod">
          <ac:chgData name="Amorntep Matsarat" userId="3ae4c85d-85de-4ab6-a795-e1f18d4f5d40" providerId="ADAL" clId="{31496048-FE11-4232-A2CB-78CD73C35687}" dt="2026-08-03T04:14:49.858" v="339"/>
          <ac:spMkLst>
            <pc:docMk/>
            <pc:sldMk cId="1363586929" sldId="279"/>
            <ac:spMk id="9" creationId="{2A65A30B-B046-4575-95D5-3269EDCAC7CB}"/>
          </ac:spMkLst>
        </pc:spChg>
        <pc:spChg chg="mod">
          <ac:chgData name="Amorntep Matsarat" userId="3ae4c85d-85de-4ab6-a795-e1f18d4f5d40" providerId="ADAL" clId="{31496048-FE11-4232-A2CB-78CD73C35687}" dt="2026-08-03T04:14:49.863" v="344"/>
          <ac:spMkLst>
            <pc:docMk/>
            <pc:sldMk cId="1363586929" sldId="279"/>
            <ac:spMk id="10" creationId="{23D4DCD7-32D2-4B33-BF3C-A63A185E3C0A}"/>
          </ac:spMkLst>
        </pc:spChg>
        <pc:spChg chg="mod">
          <ac:chgData name="Amorntep Matsarat" userId="3ae4c85d-85de-4ab6-a795-e1f18d4f5d40" providerId="ADAL" clId="{31496048-FE11-4232-A2CB-78CD73C35687}" dt="2026-08-03T04:14:49.863" v="345"/>
          <ac:spMkLst>
            <pc:docMk/>
            <pc:sldMk cId="1363586929" sldId="279"/>
            <ac:spMk id="11" creationId="{E1042B5C-B0A4-4D49-AA1D-1E982F5F4C0F}"/>
          </ac:spMkLst>
        </pc:spChg>
        <pc:spChg chg="mod">
          <ac:chgData name="Amorntep Matsarat" userId="3ae4c85d-85de-4ab6-a795-e1f18d4f5d40" providerId="ADAL" clId="{31496048-FE11-4232-A2CB-78CD73C35687}" dt="2026-08-03T04:14:49.863" v="346"/>
          <ac:spMkLst>
            <pc:docMk/>
            <pc:sldMk cId="1363586929" sldId="279"/>
            <ac:spMk id="12" creationId="{7AC8EF6F-7501-46F1-A99D-3849AF5B19FB}"/>
          </ac:spMkLst>
        </pc:spChg>
        <pc:picChg chg="mod">
          <ac:chgData name="Amorntep Matsarat" userId="3ae4c85d-85de-4ab6-a795-e1f18d4f5d40" providerId="ADAL" clId="{31496048-FE11-4232-A2CB-78CD73C35687}" dt="2026-08-03T04:14:49.856" v="334"/>
          <ac:picMkLst>
            <pc:docMk/>
            <pc:sldMk cId="1363586929" sldId="279"/>
            <ac:picMk id="16" creationId="{00000000-0000-0000-0000-000000000000}"/>
          </ac:picMkLst>
        </pc:picChg>
        <pc:picChg chg="mod">
          <ac:chgData name="Amorntep Matsarat" userId="3ae4c85d-85de-4ab6-a795-e1f18d4f5d40" providerId="ADAL" clId="{31496048-FE11-4232-A2CB-78CD73C35687}" dt="2026-08-03T04:14:49.857" v="335"/>
          <ac:picMkLst>
            <pc:docMk/>
            <pc:sldMk cId="1363586929" sldId="279"/>
            <ac:picMk id="17" creationId="{00000000-0000-0000-0000-000000000000}"/>
          </ac:picMkLst>
        </pc:picChg>
        <pc:picChg chg="mod">
          <ac:chgData name="Amorntep Matsarat" userId="3ae4c85d-85de-4ab6-a795-e1f18d4f5d40" providerId="ADAL" clId="{31496048-FE11-4232-A2CB-78CD73C35687}" dt="2026-08-03T04:14:49.857" v="336"/>
          <ac:picMkLst>
            <pc:docMk/>
            <pc:sldMk cId="1363586929" sldId="279"/>
            <ac:picMk id="18" creationId="{00000000-0000-0000-0000-000000000000}"/>
          </ac:picMkLst>
        </pc:picChg>
        <pc:cxnChg chg="mod">
          <ac:chgData name="Amorntep Matsarat" userId="3ae4c85d-85de-4ab6-a795-e1f18d4f5d40" providerId="ADAL" clId="{31496048-FE11-4232-A2CB-78CD73C35687}" dt="2026-08-03T04:14:49.861" v="340"/>
          <ac:cxnSpMkLst>
            <pc:docMk/>
            <pc:sldMk cId="1363586929" sldId="279"/>
            <ac:cxnSpMk id="15" creationId="{00000000-0000-0000-0000-000000000000}"/>
          </ac:cxnSpMkLst>
        </pc:cxnChg>
      </pc:sldChg>
      <pc:sldChg chg="modSp add del mod">
        <pc:chgData name="Amorntep Matsarat" userId="3ae4c85d-85de-4ab6-a795-e1f18d4f5d40" providerId="ADAL" clId="{31496048-FE11-4232-A2CB-78CD73C35687}" dt="2026-08-03T04:17:11.898" v="380"/>
        <pc:sldMkLst>
          <pc:docMk/>
          <pc:sldMk cId="2278398239" sldId="280"/>
        </pc:sldMkLst>
        <pc:spChg chg="mod">
          <ac:chgData name="Amorntep Matsarat" userId="3ae4c85d-85de-4ab6-a795-e1f18d4f5d40" providerId="ADAL" clId="{31496048-FE11-4232-A2CB-78CD73C35687}" dt="2026-08-03T04:16:39.243" v="377"/>
          <ac:spMkLst>
            <pc:docMk/>
            <pc:sldMk cId="2278398239" sldId="280"/>
            <ac:spMk id="3" creationId="{1D69E464-6C38-4B8E-A974-BAF095424416}"/>
          </ac:spMkLst>
        </pc:spChg>
        <pc:spChg chg="mod">
          <ac:chgData name="Amorntep Matsarat" userId="3ae4c85d-85de-4ab6-a795-e1f18d4f5d40" providerId="ADAL" clId="{31496048-FE11-4232-A2CB-78CD73C35687}" dt="2026-08-03T04:16:39.237" v="370"/>
          <ac:spMkLst>
            <pc:docMk/>
            <pc:sldMk cId="2278398239" sldId="280"/>
            <ac:spMk id="4" creationId="{94982070-C32D-4AA6-A763-832BC17BF35E}"/>
          </ac:spMkLst>
        </pc:spChg>
        <pc:spChg chg="mod">
          <ac:chgData name="Amorntep Matsarat" userId="3ae4c85d-85de-4ab6-a795-e1f18d4f5d40" providerId="ADAL" clId="{31496048-FE11-4232-A2CB-78CD73C35687}" dt="2026-08-03T04:16:39.238" v="371"/>
          <ac:spMkLst>
            <pc:docMk/>
            <pc:sldMk cId="2278398239" sldId="280"/>
            <ac:spMk id="5" creationId="{27B5E7BC-3C45-458F-A4A7-E8E968F786BE}"/>
          </ac:spMkLst>
        </pc:spChg>
        <pc:spChg chg="mod">
          <ac:chgData name="Amorntep Matsarat" userId="3ae4c85d-85de-4ab6-a795-e1f18d4f5d40" providerId="ADAL" clId="{31496048-FE11-4232-A2CB-78CD73C35687}" dt="2026-08-03T04:16:39.243" v="378"/>
          <ac:spMkLst>
            <pc:docMk/>
            <pc:sldMk cId="2278398239" sldId="280"/>
            <ac:spMk id="6" creationId="{80F59208-257B-4055-B526-2529C9C95F94}"/>
          </ac:spMkLst>
        </pc:spChg>
        <pc:spChg chg="mod">
          <ac:chgData name="Amorntep Matsarat" userId="3ae4c85d-85de-4ab6-a795-e1f18d4f5d40" providerId="ADAL" clId="{31496048-FE11-4232-A2CB-78CD73C35687}" dt="2026-08-03T04:16:39.240" v="373"/>
          <ac:spMkLst>
            <pc:docMk/>
            <pc:sldMk cId="2278398239" sldId="280"/>
            <ac:spMk id="7" creationId="{D5FEBE68-1DF9-498A-987B-70EC2D1455D1}"/>
          </ac:spMkLst>
        </pc:spChg>
        <pc:spChg chg="mod">
          <ac:chgData name="Amorntep Matsarat" userId="3ae4c85d-85de-4ab6-a795-e1f18d4f5d40" providerId="ADAL" clId="{31496048-FE11-4232-A2CB-78CD73C35687}" dt="2026-08-03T04:16:39.241" v="374"/>
          <ac:spMkLst>
            <pc:docMk/>
            <pc:sldMk cId="2278398239" sldId="280"/>
            <ac:spMk id="8" creationId="{F98ECB06-C9FB-4546-9157-618D8496E261}"/>
          </ac:spMkLst>
        </pc:spChg>
        <pc:spChg chg="mod">
          <ac:chgData name="Amorntep Matsarat" userId="3ae4c85d-85de-4ab6-a795-e1f18d4f5d40" providerId="ADAL" clId="{31496048-FE11-4232-A2CB-78CD73C35687}" dt="2026-08-03T04:16:39.243" v="375"/>
          <ac:spMkLst>
            <pc:docMk/>
            <pc:sldMk cId="2278398239" sldId="280"/>
            <ac:spMk id="11" creationId="{E4A619CA-5438-499A-B874-61AF59183F54}"/>
          </ac:spMkLst>
        </pc:spChg>
        <pc:spChg chg="mod">
          <ac:chgData name="Amorntep Matsarat" userId="3ae4c85d-85de-4ab6-a795-e1f18d4f5d40" providerId="ADAL" clId="{31496048-FE11-4232-A2CB-78CD73C35687}" dt="2026-08-03T04:16:39.243" v="376"/>
          <ac:spMkLst>
            <pc:docMk/>
            <pc:sldMk cId="2278398239" sldId="280"/>
            <ac:spMk id="12" creationId="{D43D4AB4-8FCE-4C5D-AF8E-FE87D59C715E}"/>
          </ac:spMkLst>
        </pc:spChg>
      </pc:sldChg>
      <pc:sldChg chg="modSp add del mod">
        <pc:chgData name="Amorntep Matsarat" userId="3ae4c85d-85de-4ab6-a795-e1f18d4f5d40" providerId="ADAL" clId="{31496048-FE11-4232-A2CB-78CD73C35687}" dt="2026-08-03T04:17:59.531" v="399"/>
        <pc:sldMkLst>
          <pc:docMk/>
          <pc:sldMk cId="1432485435" sldId="281"/>
        </pc:sldMkLst>
        <pc:spChg chg="mod">
          <ac:chgData name="Amorntep Matsarat" userId="3ae4c85d-85de-4ab6-a795-e1f18d4f5d40" providerId="ADAL" clId="{31496048-FE11-4232-A2CB-78CD73C35687}" dt="2026-08-03T04:17:47.249" v="383"/>
          <ac:spMkLst>
            <pc:docMk/>
            <pc:sldMk cId="1432485435" sldId="281"/>
            <ac:spMk id="3" creationId="{1D69E464-6C38-4B8E-A974-BAF095424416}"/>
          </ac:spMkLst>
        </pc:spChg>
        <pc:spChg chg="mod">
          <ac:chgData name="Amorntep Matsarat" userId="3ae4c85d-85de-4ab6-a795-e1f18d4f5d40" providerId="ADAL" clId="{31496048-FE11-4232-A2CB-78CD73C35687}" dt="2026-08-03T04:17:47.251" v="387"/>
          <ac:spMkLst>
            <pc:docMk/>
            <pc:sldMk cId="1432485435" sldId="281"/>
            <ac:spMk id="4" creationId="{94982070-C32D-4AA6-A763-832BC17BF35E}"/>
          </ac:spMkLst>
        </pc:spChg>
        <pc:spChg chg="mod">
          <ac:chgData name="Amorntep Matsarat" userId="3ae4c85d-85de-4ab6-a795-e1f18d4f5d40" providerId="ADAL" clId="{31496048-FE11-4232-A2CB-78CD73C35687}" dt="2026-08-03T04:17:47.254" v="395"/>
          <ac:spMkLst>
            <pc:docMk/>
            <pc:sldMk cId="1432485435" sldId="281"/>
            <ac:spMk id="5" creationId="{27B5E7BC-3C45-458F-A4A7-E8E968F786BE}"/>
          </ac:spMkLst>
        </pc:spChg>
        <pc:spChg chg="mod">
          <ac:chgData name="Amorntep Matsarat" userId="3ae4c85d-85de-4ab6-a795-e1f18d4f5d40" providerId="ADAL" clId="{31496048-FE11-4232-A2CB-78CD73C35687}" dt="2026-08-03T04:17:47.250" v="385"/>
          <ac:spMkLst>
            <pc:docMk/>
            <pc:sldMk cId="1432485435" sldId="281"/>
            <ac:spMk id="6" creationId="{80F59208-257B-4055-B526-2529C9C95F94}"/>
          </ac:spMkLst>
        </pc:spChg>
        <pc:spChg chg="mod">
          <ac:chgData name="Amorntep Matsarat" userId="3ae4c85d-85de-4ab6-a795-e1f18d4f5d40" providerId="ADAL" clId="{31496048-FE11-4232-A2CB-78CD73C35687}" dt="2026-08-03T04:17:47.253" v="389"/>
          <ac:spMkLst>
            <pc:docMk/>
            <pc:sldMk cId="1432485435" sldId="281"/>
            <ac:spMk id="7" creationId="{D5FEBE68-1DF9-498A-987B-70EC2D1455D1}"/>
          </ac:spMkLst>
        </pc:spChg>
        <pc:spChg chg="mod">
          <ac:chgData name="Amorntep Matsarat" userId="3ae4c85d-85de-4ab6-a795-e1f18d4f5d40" providerId="ADAL" clId="{31496048-FE11-4232-A2CB-78CD73C35687}" dt="2026-08-03T04:17:47.254" v="397"/>
          <ac:spMkLst>
            <pc:docMk/>
            <pc:sldMk cId="1432485435" sldId="281"/>
            <ac:spMk id="8" creationId="{F98ECB06-C9FB-4546-9157-618D8496E261}"/>
          </ac:spMkLst>
        </pc:spChg>
        <pc:spChg chg="mod">
          <ac:chgData name="Amorntep Matsarat" userId="3ae4c85d-85de-4ab6-a795-e1f18d4f5d40" providerId="ADAL" clId="{31496048-FE11-4232-A2CB-78CD73C35687}" dt="2026-08-03T04:17:47.243" v="381"/>
          <ac:spMkLst>
            <pc:docMk/>
            <pc:sldMk cId="1432485435" sldId="281"/>
            <ac:spMk id="9" creationId="{7D999D56-1FAA-4E5B-B37A-E9890732D485}"/>
          </ac:spMkLst>
        </pc:spChg>
        <pc:spChg chg="mod">
          <ac:chgData name="Amorntep Matsarat" userId="3ae4c85d-85de-4ab6-a795-e1f18d4f5d40" providerId="ADAL" clId="{31496048-FE11-4232-A2CB-78CD73C35687}" dt="2026-08-03T04:17:47.254" v="391"/>
          <ac:spMkLst>
            <pc:docMk/>
            <pc:sldMk cId="1432485435" sldId="281"/>
            <ac:spMk id="11" creationId="{E4A619CA-5438-499A-B874-61AF59183F54}"/>
          </ac:spMkLst>
        </pc:spChg>
        <pc:spChg chg="mod">
          <ac:chgData name="Amorntep Matsarat" userId="3ae4c85d-85de-4ab6-a795-e1f18d4f5d40" providerId="ADAL" clId="{31496048-FE11-4232-A2CB-78CD73C35687}" dt="2026-08-03T04:17:47.254" v="393"/>
          <ac:spMkLst>
            <pc:docMk/>
            <pc:sldMk cId="1432485435" sldId="281"/>
            <ac:spMk id="12" creationId="{D43D4AB4-8FCE-4C5D-AF8E-FE87D59C715E}"/>
          </ac:spMkLst>
        </pc:spChg>
      </pc:sldChg>
      <pc:sldChg chg="add">
        <pc:chgData name="Amorntep Matsarat" userId="3ae4c85d-85de-4ab6-a795-e1f18d4f5d40" providerId="ADAL" clId="{31496048-FE11-4232-A2CB-78CD73C35687}" dt="2026-08-03T04:17:59.529" v="398"/>
        <pc:sldMkLst>
          <pc:docMk/>
          <pc:sldMk cId="3709384187" sldId="282"/>
        </pc:sldMkLst>
      </pc:sldChg>
      <pc:sldChg chg="modSp add mod">
        <pc:chgData name="Amorntep Matsarat" userId="3ae4c85d-85de-4ab6-a795-e1f18d4f5d40" providerId="ADAL" clId="{31496048-FE11-4232-A2CB-78CD73C35687}" dt="2026-08-03T04:18:56.435" v="454"/>
        <pc:sldMkLst>
          <pc:docMk/>
          <pc:sldMk cId="4226711189" sldId="283"/>
        </pc:sldMkLst>
        <pc:spChg chg="mod">
          <ac:chgData name="Amorntep Matsarat" userId="3ae4c85d-85de-4ab6-a795-e1f18d4f5d40" providerId="ADAL" clId="{31496048-FE11-4232-A2CB-78CD73C35687}" dt="2026-08-03T04:18:56.435" v="454"/>
          <ac:spMkLst>
            <pc:docMk/>
            <pc:sldMk cId="4226711189" sldId="283"/>
            <ac:spMk id="4" creationId="{1335F822-ACB9-456E-B655-334528EB046A}"/>
          </ac:spMkLst>
        </pc:spChg>
      </pc:sldChg>
      <pc:sldChg chg="modSp add mod">
        <pc:chgData name="Amorntep Matsarat" userId="3ae4c85d-85de-4ab6-a795-e1f18d4f5d40" providerId="ADAL" clId="{31496048-FE11-4232-A2CB-78CD73C35687}" dt="2026-08-03T04:19:52.186" v="528"/>
        <pc:sldMkLst>
          <pc:docMk/>
          <pc:sldMk cId="408764440" sldId="284"/>
        </pc:sldMkLst>
        <pc:spChg chg="mod">
          <ac:chgData name="Amorntep Matsarat" userId="3ae4c85d-85de-4ab6-a795-e1f18d4f5d40" providerId="ADAL" clId="{31496048-FE11-4232-A2CB-78CD73C35687}" dt="2026-08-03T04:19:52.186" v="528"/>
          <ac:spMkLst>
            <pc:docMk/>
            <pc:sldMk cId="408764440" sldId="284"/>
            <ac:spMk id="3" creationId="{28FE6923-C8D2-4CAA-8CE0-65D8F76D9909}"/>
          </ac:spMkLst>
        </pc:spChg>
        <pc:spChg chg="mod">
          <ac:chgData name="Amorntep Matsarat" userId="3ae4c85d-85de-4ab6-a795-e1f18d4f5d40" providerId="ADAL" clId="{31496048-FE11-4232-A2CB-78CD73C35687}" dt="2026-08-03T04:19:47.454" v="526" actId="27636"/>
          <ac:spMkLst>
            <pc:docMk/>
            <pc:sldMk cId="408764440" sldId="284"/>
            <ac:spMk id="4" creationId="{780CAECE-BA43-4226-B56D-87C5CD9A5438}"/>
          </ac:spMkLst>
        </pc:spChg>
      </pc:sldChg>
      <pc:sldChg chg="modSp add del mod">
        <pc:chgData name="Amorntep Matsarat" userId="3ae4c85d-85de-4ab6-a795-e1f18d4f5d40" providerId="ADAL" clId="{31496048-FE11-4232-A2CB-78CD73C35687}" dt="2026-08-03T04:21:07.286" v="559"/>
        <pc:sldMkLst>
          <pc:docMk/>
          <pc:sldMk cId="2227811531" sldId="285"/>
        </pc:sldMkLst>
        <pc:spChg chg="mod">
          <ac:chgData name="Amorntep Matsarat" userId="3ae4c85d-85de-4ab6-a795-e1f18d4f5d40" providerId="ADAL" clId="{31496048-FE11-4232-A2CB-78CD73C35687}" dt="2026-08-03T04:21:03.115" v="557"/>
          <ac:spMkLst>
            <pc:docMk/>
            <pc:sldMk cId="2227811531" sldId="285"/>
            <ac:spMk id="6" creationId="{663D825C-29B7-4DD9-9FFA-8E5F972220F7}"/>
          </ac:spMkLst>
        </pc:spChg>
      </pc:sldChg>
      <pc:sldChg chg="add">
        <pc:chgData name="Amorntep Matsarat" userId="3ae4c85d-85de-4ab6-a795-e1f18d4f5d40" providerId="ADAL" clId="{31496048-FE11-4232-A2CB-78CD73C35687}" dt="2026-08-03T04:21:07.267" v="558"/>
        <pc:sldMkLst>
          <pc:docMk/>
          <pc:sldMk cId="1744715034" sldId="286"/>
        </pc:sldMkLst>
      </pc:sldChg>
      <pc:sldChg chg="modSp add mod">
        <pc:chgData name="Amorntep Matsarat" userId="3ae4c85d-85de-4ab6-a795-e1f18d4f5d40" providerId="ADAL" clId="{31496048-FE11-4232-A2CB-78CD73C35687}" dt="2026-08-03T04:22:43.374" v="574"/>
        <pc:sldMkLst>
          <pc:docMk/>
          <pc:sldMk cId="3014826333" sldId="287"/>
        </pc:sldMkLst>
        <pc:spChg chg="mod">
          <ac:chgData name="Amorntep Matsarat" userId="3ae4c85d-85de-4ab6-a795-e1f18d4f5d40" providerId="ADAL" clId="{31496048-FE11-4232-A2CB-78CD73C35687}" dt="2026-08-03T04:22:24.046" v="571"/>
          <ac:spMkLst>
            <pc:docMk/>
            <pc:sldMk cId="3014826333" sldId="287"/>
            <ac:spMk id="2" creationId="{2F995DC4-47DF-42BB-933E-63939053220F}"/>
          </ac:spMkLst>
        </pc:spChg>
        <pc:spChg chg="mod">
          <ac:chgData name="Amorntep Matsarat" userId="3ae4c85d-85de-4ab6-a795-e1f18d4f5d40" providerId="ADAL" clId="{31496048-FE11-4232-A2CB-78CD73C35687}" dt="2026-08-03T04:22:24.037" v="568"/>
          <ac:spMkLst>
            <pc:docMk/>
            <pc:sldMk cId="3014826333" sldId="287"/>
            <ac:spMk id="3" creationId="{1280F14A-CE65-4E69-9F38-2E901D88B8B0}"/>
          </ac:spMkLst>
        </pc:spChg>
        <pc:spChg chg="mod">
          <ac:chgData name="Amorntep Matsarat" userId="3ae4c85d-85de-4ab6-a795-e1f18d4f5d40" providerId="ADAL" clId="{31496048-FE11-4232-A2CB-78CD73C35687}" dt="2026-08-03T04:22:43.368" v="573"/>
          <ac:spMkLst>
            <pc:docMk/>
            <pc:sldMk cId="3014826333" sldId="287"/>
            <ac:spMk id="5" creationId="{09224283-06F1-4D67-A931-F5C39E84D6D3}"/>
          </ac:spMkLst>
        </pc:spChg>
        <pc:spChg chg="mod">
          <ac:chgData name="Amorntep Matsarat" userId="3ae4c85d-85de-4ab6-a795-e1f18d4f5d40" providerId="ADAL" clId="{31496048-FE11-4232-A2CB-78CD73C35687}" dt="2026-08-03T04:22:43.374" v="574"/>
          <ac:spMkLst>
            <pc:docMk/>
            <pc:sldMk cId="3014826333" sldId="287"/>
            <ac:spMk id="6" creationId="{AA8274C2-4BA9-429D-A54B-32ABC5055FC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Material Management application and project source code; accessed 2026-08-03.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Screenshot: local app / (Dashboard), captured 2026-08-03.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Screenshot: local app / (Dashboard), captured 2026-08-03.</a:t>
            </a:r>
          </a:p>
          <a:p>
            <a:r>
              <a:t>- Behavior verified in server.js dashboard routes.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Screenshot: local app /materials (Summary), captured 2026-08-03.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Screenshot: local app /issue?workshop=GPS (Record Data), captured 2026-08-03.</a:t>
            </a:r>
          </a:p>
          <a:p>
            <a:r>
              <a:t>- Input rules verified in server.js issue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Workflow derived from local app /issue and server-side validation in server.js.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Field names and usage derived from local app /issue and issue_entries schema in src/db.js.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Screenshot: local app /consumption, captured 2026-08-03.</a:t>
            </a:r>
          </a:p>
          <a:p>
            <a:r>
              <a:t>- Formula and validation verified in server.js consumption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Screenshot: local app /transactions, captured 2026-08-03.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Screenshot: local app /tickets/new, captured 2026-08-03.</a:t>
            </a:r>
          </a:p>
          <a:p>
            <a:r>
              <a:t>- Ticket fields verified in server.js ticket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Checklist derived from validation behavior in local app /issue and server.js.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Summary of the local Material Management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3-1">
            <a:extLst>
              <a:ext uri="{FF2B5EF4-FFF2-40B4-BE49-F238E27FC236}">
                <a16:creationId xmlns:a16="http://schemas.microsoft.com/office/drawing/2014/main" id="{6B998A18-62BF-4664-8DBA-3002922CB1F4}"/>
              </a:ext>
            </a:extLst>
          </p:cNvPr>
          <p:cNvSpPr>
            <a:spLocks noGrp="1"/>
          </p:cNvSpPr>
          <p:nvPr/>
        </p:nvSpPr>
        <p:spPr>
          <a:xfrm>
            <a:off x="393668" y="1117600"/>
            <a:ext cx="9448800" cy="362426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6000" dirty="0">
                <a:solidFill>
                  <a:srgbClr val="0E2841"/>
                </a:solidFill>
                <a:latin typeface="Helvetica Neue"/>
              </a:rPr>
              <a:t>Material Management</a:t>
            </a:r>
          </a:p>
          <a:p>
            <a:pPr algn="l">
              <a:lnSpc>
                <a:spcPct val="90000"/>
              </a:lnSpc>
              <a:buNone/>
            </a:pPr>
            <a:r>
              <a:rPr lang="en-US" sz="6000" dirty="0">
                <a:solidFill>
                  <a:srgbClr val="0E2841"/>
                </a:solidFill>
                <a:latin typeface="Helvetica Neue"/>
              </a:rPr>
              <a:t>User Guide</a:t>
            </a:r>
          </a:p>
        </p:txBody>
      </p:sp>
      <p:sp>
        <p:nvSpPr>
          <p:cNvPr id="2" name="Subtitle-4-2">
            <a:extLst>
              <a:ext uri="{FF2B5EF4-FFF2-40B4-BE49-F238E27FC236}">
                <a16:creationId xmlns:a16="http://schemas.microsoft.com/office/drawing/2014/main" id="{5D380A74-5768-4472-A992-4563FCEF6714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6157817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</a:pPr>
            <a:r>
              <a:rPr lang="en-US" sz="1800" b="1" dirty="0">
                <a:solidFill>
                  <a:srgbClr val="156082"/>
                </a:solidFill>
                <a:latin typeface="Helvetica Neue"/>
              </a:rPr>
              <a:t>MATERIAL MANAGEMENT</a:t>
            </a:r>
          </a:p>
        </p:txBody>
      </p:sp>
      <p:sp>
        <p:nvSpPr>
          <p:cNvPr id="3" name="Subtitle-4-3">
            <a:extLst>
              <a:ext uri="{FF2B5EF4-FFF2-40B4-BE49-F238E27FC236}">
                <a16:creationId xmlns:a16="http://schemas.microsoft.com/office/drawing/2014/main" id="{BE276D8D-D23C-4088-8C8E-DB7892D2045B}"/>
              </a:ext>
            </a:extLst>
          </p:cNvPr>
          <p:cNvSpPr>
            <a:spLocks noGrp="1"/>
          </p:cNvSpPr>
          <p:nvPr/>
        </p:nvSpPr>
        <p:spPr>
          <a:xfrm>
            <a:off x="7886700" y="392240"/>
            <a:ext cx="3911632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</a:pPr>
            <a:r>
              <a:rPr lang="en-US" sz="1800" b="0" dirty="0">
                <a:solidFill>
                  <a:srgbClr val="666666"/>
                </a:solidFill>
                <a:latin typeface="Helvetica Neue"/>
              </a:rPr>
              <a:t>ENGLISH USER GUIDE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A16018-9C83-4029-9E64-94DDE3A9D38E}"/>
              </a:ext>
            </a:extLst>
          </p:cNvPr>
          <p:cNvSpPr/>
          <p:nvPr/>
        </p:nvSpPr>
        <p:spPr>
          <a:xfrm>
            <a:off x="393700" y="2857500"/>
            <a:ext cx="889000" cy="63500"/>
          </a:xfrm>
          <a:prstGeom prst="rect">
            <a:avLst/>
          </a:prstGeom>
          <a:solidFill>
            <a:srgbClr val="E9713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35D54D-BDF9-4EAD-B137-7FDF970BE6AB}"/>
              </a:ext>
            </a:extLst>
          </p:cNvPr>
          <p:cNvSpPr/>
          <p:nvPr/>
        </p:nvSpPr>
        <p:spPr>
          <a:xfrm>
            <a:off x="0" y="6769100"/>
            <a:ext cx="12192000" cy="88900"/>
          </a:xfrm>
          <a:prstGeom prst="rect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611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-Shape-532-p58-2">
            <a:extLst>
              <a:ext uri="{FF2B5EF4-FFF2-40B4-BE49-F238E27FC236}">
                <a16:creationId xmlns:a16="http://schemas.microsoft.com/office/drawing/2014/main" id="{FD59334D-0BD0-4808-98D1-C92E7D06664C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48C1706E-EA27-46C9-AD4F-EE40A11E6039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top navigation covers every daily task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42BA223A-C277-4E76-B804-D347228237F2}"/>
              </a:ext>
            </a:extLst>
          </p:cNvPr>
          <p:cNvSpPr>
            <a:spLocks noGrp="1"/>
          </p:cNvSpPr>
          <p:nvPr/>
        </p:nvSpPr>
        <p:spPr>
          <a:xfrm>
            <a:off x="393700" y="5295900"/>
            <a:ext cx="5537200" cy="800100"/>
          </a:xfrm>
          <a:prstGeom prst="rect">
            <a:avLst/>
          </a:prstGeom>
          <a:solidFill>
            <a:srgbClr val="E5F1F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156082"/>
                </a:solidFill>
                <a:latin typeface="Helvetica Neue"/>
              </a:rPr>
              <a:t>Application home</a:t>
            </a:r>
          </a:p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Use the same navigation bar from any screen.</a:t>
            </a:r>
          </a:p>
        </p:txBody>
      </p:sp>
      <p:sp>
        <p:nvSpPr>
          <p:cNvPr id="4" name="Content-Placeholder-3-5">
            <a:extLst>
              <a:ext uri="{FF2B5EF4-FFF2-40B4-BE49-F238E27FC236}">
                <a16:creationId xmlns:a16="http://schemas.microsoft.com/office/drawing/2014/main" id="{CCA3DEBB-23D9-495F-AD94-81251D37C594}"/>
              </a:ext>
            </a:extLst>
          </p:cNvPr>
          <p:cNvSpPr>
            <a:spLocks noGrp="1"/>
          </p:cNvSpPr>
          <p:nvPr/>
        </p:nvSpPr>
        <p:spPr>
          <a:xfrm>
            <a:off x="6256592" y="2031968"/>
            <a:ext cx="5537168" cy="3534823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156082"/>
                </a:solidFill>
                <a:latin typeface="Helvetica Neue"/>
              </a:rPr>
              <a:t>Choose the page that matches your task</a:t>
            </a:r>
          </a:p>
          <a:p>
            <a:pPr marL="228600" indent="-228600" algn="l">
              <a:spcBef>
                <a:spcPts val="600"/>
              </a:spcBef>
              <a:buClr>
                <a:srgbClr val="E97132"/>
              </a:buClr>
              <a:buFont typeface="Arial"/>
              <a:buChar char="➤"/>
            </a:pPr>
            <a:r>
              <a:rPr lang="en-US" sz="1600" b="1" dirty="0">
                <a:solidFill>
                  <a:srgbClr val="156082"/>
                </a:solidFill>
                <a:latin typeface="Helvetica Neue"/>
              </a:rPr>
              <a:t>Dashboard</a:t>
            </a:r>
            <a:r>
              <a:rPr lang="en-US" sz="1600" dirty="0">
                <a:solidFill>
                  <a:srgbClr val="000000"/>
                </a:solidFill>
                <a:latin typeface="Helvetica Neue"/>
              </a:rPr>
              <a:t> – monitor trends</a:t>
            </a:r>
          </a:p>
          <a:p>
            <a:pPr marL="228600" indent="-228600" algn="l">
              <a:spcBef>
                <a:spcPts val="500"/>
              </a:spcBef>
              <a:buClr>
                <a:srgbClr val="E97132"/>
              </a:buClr>
              <a:buFont typeface="Arial"/>
              <a:buChar char="➤"/>
            </a:pPr>
            <a:r>
              <a:rPr lang="en-US" sz="1600" b="1" dirty="0">
                <a:solidFill>
                  <a:srgbClr val="156082"/>
                </a:solidFill>
                <a:latin typeface="Helvetica Neue"/>
              </a:rPr>
              <a:t>Summary</a:t>
            </a:r>
            <a:r>
              <a:rPr lang="en-US" sz="1600" dirty="0">
                <a:solidFill>
                  <a:srgbClr val="000000"/>
                </a:solidFill>
                <a:latin typeface="Helvetica Neue"/>
              </a:rPr>
              <a:t> – review stock and usage</a:t>
            </a:r>
          </a:p>
          <a:p>
            <a:pPr marL="228600" indent="-228600" algn="l">
              <a:spcBef>
                <a:spcPts val="500"/>
              </a:spcBef>
              <a:buClr>
                <a:srgbClr val="E97132"/>
              </a:buClr>
              <a:buFont typeface="Arial"/>
              <a:buChar char="➤"/>
            </a:pPr>
            <a:r>
              <a:rPr lang="en-US" sz="1600" b="1" dirty="0">
                <a:solidFill>
                  <a:srgbClr val="156082"/>
                </a:solidFill>
                <a:latin typeface="Helvetica Neue"/>
              </a:rPr>
              <a:t>Record Data</a:t>
            </a:r>
            <a:r>
              <a:rPr lang="en-US" sz="1600" dirty="0">
                <a:solidFill>
                  <a:srgbClr val="000000"/>
                </a:solidFill>
                <a:latin typeface="Helvetica Neue"/>
              </a:rPr>
              <a:t> – enter daily values</a:t>
            </a:r>
          </a:p>
          <a:p>
            <a:pPr marL="228600" indent="-228600" algn="l">
              <a:spcBef>
                <a:spcPts val="500"/>
              </a:spcBef>
              <a:buClr>
                <a:srgbClr val="E97132"/>
              </a:buClr>
              <a:buFont typeface="Arial"/>
              <a:buChar char="➤"/>
            </a:pPr>
            <a:r>
              <a:rPr lang="en-US" sz="1600" b="1" dirty="0">
                <a:solidFill>
                  <a:srgbClr val="156082"/>
                </a:solidFill>
                <a:latin typeface="Helvetica Neue"/>
              </a:rPr>
              <a:t>Consumption</a:t>
            </a:r>
            <a:r>
              <a:rPr lang="en-US" sz="1600" dirty="0">
                <a:solidFill>
                  <a:srgbClr val="000000"/>
                </a:solidFill>
                <a:latin typeface="Helvetica Neue"/>
              </a:rPr>
              <a:t> – calculate material per output</a:t>
            </a:r>
          </a:p>
          <a:p>
            <a:pPr marL="228600" indent="-228600" algn="l">
              <a:spcBef>
                <a:spcPts val="500"/>
              </a:spcBef>
              <a:buClr>
                <a:srgbClr val="E97132"/>
              </a:buClr>
              <a:buFont typeface="Arial"/>
              <a:buChar char="➤"/>
            </a:pPr>
            <a:r>
              <a:rPr lang="en-US" sz="1600" b="1" dirty="0">
                <a:solidFill>
                  <a:srgbClr val="156082"/>
                </a:solidFill>
                <a:latin typeface="Helvetica Neue"/>
              </a:rPr>
              <a:t>Transactions</a:t>
            </a:r>
            <a:r>
              <a:rPr lang="en-US" sz="1600" dirty="0">
                <a:solidFill>
                  <a:srgbClr val="000000"/>
                </a:solidFill>
                <a:latin typeface="Helvetica Neue"/>
              </a:rPr>
              <a:t> – review history</a:t>
            </a:r>
          </a:p>
          <a:p>
            <a:pPr marL="228600" indent="-228600" algn="l">
              <a:spcBef>
                <a:spcPts val="500"/>
              </a:spcBef>
              <a:buClr>
                <a:srgbClr val="E97132"/>
              </a:buClr>
              <a:buFont typeface="Arial"/>
              <a:buChar char="➤"/>
            </a:pPr>
            <a:r>
              <a:rPr lang="en-US" sz="1600" b="1" dirty="0">
                <a:solidFill>
                  <a:srgbClr val="156082"/>
                </a:solidFill>
                <a:latin typeface="Helvetica Neue"/>
              </a:rPr>
              <a:t>Request Change</a:t>
            </a:r>
            <a:r>
              <a:rPr lang="en-US" sz="1600" dirty="0">
                <a:solidFill>
                  <a:srgbClr val="000000"/>
                </a:solidFill>
                <a:latin typeface="Helvetica Neue"/>
              </a:rPr>
              <a:t> – report an error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32" b="32"/>
          <a:stretch>
            <a:fillRect/>
          </a:stretch>
        </p:blipFill>
        <p:spPr>
          <a:xfrm>
            <a:off x="393668" y="2031968"/>
            <a:ext cx="5537168" cy="3114580"/>
          </a:xfrm>
          <a:prstGeom prst="roundRect">
            <a:avLst>
              <a:gd name="adj" fmla="val 2447"/>
            </a:avLst>
          </a:prstGeom>
        </p:spPr>
      </p:pic>
    </p:spTree>
    <p:extLst>
      <p:ext uri="{BB962C8B-B14F-4D97-AF65-F5344CB8AC3E}">
        <p14:creationId xmlns:p14="http://schemas.microsoft.com/office/powerpoint/2010/main" val="2814885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-Shape-534-p58-1">
            <a:extLst>
              <a:ext uri="{FF2B5EF4-FFF2-40B4-BE49-F238E27FC236}">
                <a16:creationId xmlns:a16="http://schemas.microsoft.com/office/drawing/2014/main" id="{F58EE496-D4D4-49CD-B834-7A8E64725EE2}"/>
              </a:ext>
            </a:extLst>
          </p:cNvPr>
          <p:cNvSpPr>
            <a:spLocks noGrp="1"/>
          </p:cNvSpPr>
          <p:nvPr/>
        </p:nvSpPr>
        <p:spPr>
          <a:xfrm>
            <a:off x="393700" y="2032000"/>
            <a:ext cx="5537200" cy="482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156082"/>
                </a:solidFill>
                <a:latin typeface="Helvetica Neue"/>
              </a:rPr>
              <a:t>Dashboard workflow</a:t>
            </a:r>
          </a:p>
        </p:txBody>
      </p:sp>
      <p:sp>
        <p:nvSpPr>
          <p:cNvPr id="2" name="Google-Shape-532-p58-3">
            <a:extLst>
              <a:ext uri="{FF2B5EF4-FFF2-40B4-BE49-F238E27FC236}">
                <a16:creationId xmlns:a16="http://schemas.microsoft.com/office/drawing/2014/main" id="{28F2C9D9-4D5C-4738-8405-73AF6D2D02A2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3" name="Google-Shape-533-p58-4">
            <a:extLst>
              <a:ext uri="{FF2B5EF4-FFF2-40B4-BE49-F238E27FC236}">
                <a16:creationId xmlns:a16="http://schemas.microsoft.com/office/drawing/2014/main" id="{82C5A3E4-16B4-454E-B37B-48588FEE0C4F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Dashboard filters before reading a trend</a:t>
            </a:r>
          </a:p>
        </p:txBody>
      </p:sp>
      <p:sp>
        <p:nvSpPr>
          <p:cNvPr id="4" name="Google-Shape-534-p58-5">
            <a:extLst>
              <a:ext uri="{FF2B5EF4-FFF2-40B4-BE49-F238E27FC236}">
                <a16:creationId xmlns:a16="http://schemas.microsoft.com/office/drawing/2014/main" id="{DFA2B795-B971-4A1E-8A81-108F9605D891}"/>
              </a:ext>
            </a:extLst>
          </p:cNvPr>
          <p:cNvSpPr>
            <a:spLocks noGrp="1"/>
          </p:cNvSpPr>
          <p:nvPr/>
        </p:nvSpPr>
        <p:spPr>
          <a:xfrm>
            <a:off x="6261100" y="5295900"/>
            <a:ext cx="5537200" cy="698500"/>
          </a:xfrm>
          <a:prstGeom prst="rect">
            <a:avLst/>
          </a:prstGeom>
          <a:solidFill>
            <a:srgbClr val="E5F1F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i="1" dirty="0">
                <a:solidFill>
                  <a:srgbClr val="156082"/>
                </a:solidFill>
                <a:latin typeface="Helvetica Neue"/>
              </a:rPr>
              <a:t>Dashboard screenshot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32" b="32"/>
          <a:stretch>
            <a:fillRect/>
          </a:stretch>
        </p:blipFill>
        <p:spPr>
          <a:xfrm>
            <a:off x="6265069" y="2031968"/>
            <a:ext cx="5537168" cy="3114580"/>
          </a:xfrm>
          <a:prstGeom prst="roundRect">
            <a:avLst>
              <a:gd name="adj" fmla="val 2447"/>
            </a:avLst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DA96050-8DBE-4E3C-A570-FC797F96FB89}"/>
              </a:ext>
            </a:extLst>
          </p:cNvPr>
          <p:cNvSpPr/>
          <p:nvPr/>
        </p:nvSpPr>
        <p:spPr>
          <a:xfrm>
            <a:off x="393700" y="2667000"/>
            <a:ext cx="381000" cy="381000"/>
          </a:xfrm>
          <a:prstGeom prst="ellipse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4D5F57-81A5-45EB-88B9-A393E7D882BB}"/>
              </a:ext>
            </a:extLst>
          </p:cNvPr>
          <p:cNvSpPr txBox="1"/>
          <p:nvPr/>
        </p:nvSpPr>
        <p:spPr>
          <a:xfrm>
            <a:off x="901700" y="2628900"/>
            <a:ext cx="50292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Search by material code or name.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936BC31-8C79-49C5-A237-4A2C1C3C81C1}"/>
              </a:ext>
            </a:extLst>
          </p:cNvPr>
          <p:cNvSpPr/>
          <p:nvPr/>
        </p:nvSpPr>
        <p:spPr>
          <a:xfrm>
            <a:off x="393700" y="3683000"/>
            <a:ext cx="381000" cy="381000"/>
          </a:xfrm>
          <a:prstGeom prst="ellipse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C75CD4-9908-4E7B-8CFC-EE593C8AA78C}"/>
              </a:ext>
            </a:extLst>
          </p:cNvPr>
          <p:cNvSpPr txBox="1"/>
          <p:nvPr/>
        </p:nvSpPr>
        <p:spPr>
          <a:xfrm>
            <a:off x="901700" y="3644900"/>
            <a:ext cx="50292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Limit results by workshop, material, shift, and date range.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EF2F9D4-D42A-495D-BD33-749DA9F7BCE0}"/>
              </a:ext>
            </a:extLst>
          </p:cNvPr>
          <p:cNvSpPr/>
          <p:nvPr/>
        </p:nvSpPr>
        <p:spPr>
          <a:xfrm>
            <a:off x="393700" y="4699000"/>
            <a:ext cx="381000" cy="381000"/>
          </a:xfrm>
          <a:prstGeom prst="ellipse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A95779-02F5-4E50-8E18-1019B126CAE5}"/>
              </a:ext>
            </a:extLst>
          </p:cNvPr>
          <p:cNvSpPr txBox="1"/>
          <p:nvPr/>
        </p:nvSpPr>
        <p:spPr>
          <a:xfrm>
            <a:off x="901700" y="4660900"/>
            <a:ext cx="50292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Select Issue or Usage, then review month-over-month and cost sections.</a:t>
            </a:r>
          </a:p>
        </p:txBody>
      </p:sp>
    </p:spTree>
    <p:extLst>
      <p:ext uri="{BB962C8B-B14F-4D97-AF65-F5344CB8AC3E}">
        <p14:creationId xmlns:p14="http://schemas.microsoft.com/office/powerpoint/2010/main" val="585361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-Shape-532-p58-2">
            <a:extLst>
              <a:ext uri="{FF2B5EF4-FFF2-40B4-BE49-F238E27FC236}">
                <a16:creationId xmlns:a16="http://schemas.microsoft.com/office/drawing/2014/main" id="{B9E0575F-DB54-422B-AE2A-A4B0CCBB8F6A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831655C0-E9F8-4E6C-A2A4-C4D1C24E0774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Summary turns stock records into a searchable list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01643748-E108-4A33-9A69-E437A7B9531C}"/>
              </a:ext>
            </a:extLst>
          </p:cNvPr>
          <p:cNvSpPr>
            <a:spLocks noGrp="1"/>
          </p:cNvSpPr>
          <p:nvPr/>
        </p:nvSpPr>
        <p:spPr>
          <a:xfrm>
            <a:off x="393700" y="5295900"/>
            <a:ext cx="5537200" cy="698500"/>
          </a:xfrm>
          <a:prstGeom prst="rect">
            <a:avLst/>
          </a:prstGeom>
          <a:solidFill>
            <a:srgbClr val="E5F1F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156082"/>
                </a:solidFill>
                <a:latin typeface="Helvetica Neue"/>
              </a:rPr>
              <a:t>Summary screen</a:t>
            </a:r>
          </a:p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Review material status without editing records.</a:t>
            </a:r>
          </a:p>
        </p:txBody>
      </p:sp>
      <p:sp>
        <p:nvSpPr>
          <p:cNvPr id="4" name="Content-Placeholder-3-5">
            <a:extLst>
              <a:ext uri="{FF2B5EF4-FFF2-40B4-BE49-F238E27FC236}">
                <a16:creationId xmlns:a16="http://schemas.microsoft.com/office/drawing/2014/main" id="{F485E996-DAEC-4193-8865-59AEA2213514}"/>
              </a:ext>
            </a:extLst>
          </p:cNvPr>
          <p:cNvSpPr>
            <a:spLocks noGrp="1"/>
          </p:cNvSpPr>
          <p:nvPr/>
        </p:nvSpPr>
        <p:spPr>
          <a:xfrm>
            <a:off x="6261100" y="2032000"/>
            <a:ext cx="5537200" cy="482600"/>
          </a:xfrm>
          <a:prstGeom prst="rect">
            <a:avLst/>
          </a:prstGeom>
          <a:noFill/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156082"/>
                </a:solidFill>
                <a:latin typeface="Helvetica Neue"/>
              </a:rPr>
              <a:t>How to use it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32" b="32"/>
          <a:stretch>
            <a:fillRect/>
          </a:stretch>
        </p:blipFill>
        <p:spPr>
          <a:xfrm>
            <a:off x="393668" y="2031968"/>
            <a:ext cx="5537168" cy="3114580"/>
          </a:xfrm>
          <a:prstGeom prst="roundRect">
            <a:avLst>
              <a:gd name="adj" fmla="val 2447"/>
            </a:avLst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7EBA25C9-5A6B-4553-9146-D128F4CB6BD8}"/>
              </a:ext>
            </a:extLst>
          </p:cNvPr>
          <p:cNvSpPr/>
          <p:nvPr/>
        </p:nvSpPr>
        <p:spPr>
          <a:xfrm>
            <a:off x="6261100" y="2603500"/>
            <a:ext cx="406400" cy="406400"/>
          </a:xfrm>
          <a:prstGeom prst="ellipse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436FA6-334F-4160-A6BE-268603BD7281}"/>
              </a:ext>
            </a:extLst>
          </p:cNvPr>
          <p:cNvSpPr txBox="1"/>
          <p:nvPr/>
        </p:nvSpPr>
        <p:spPr>
          <a:xfrm>
            <a:off x="6794500" y="2565400"/>
            <a:ext cx="50038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Search by code or name.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43D8D67-689A-4135-AB8F-11E8D5929CCC}"/>
              </a:ext>
            </a:extLst>
          </p:cNvPr>
          <p:cNvSpPr/>
          <p:nvPr/>
        </p:nvSpPr>
        <p:spPr>
          <a:xfrm>
            <a:off x="6261100" y="3340100"/>
            <a:ext cx="406400" cy="406400"/>
          </a:xfrm>
          <a:prstGeom prst="ellipse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4E83BF-383D-4035-AAA0-AF61ED4F2505}"/>
              </a:ext>
            </a:extLst>
          </p:cNvPr>
          <p:cNvSpPr txBox="1"/>
          <p:nvPr/>
        </p:nvSpPr>
        <p:spPr>
          <a:xfrm>
            <a:off x="6794500" y="3302000"/>
            <a:ext cx="50038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Select a workshop and date range.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31F12B3-18AD-4401-A580-4E7553186527}"/>
              </a:ext>
            </a:extLst>
          </p:cNvPr>
          <p:cNvSpPr/>
          <p:nvPr/>
        </p:nvSpPr>
        <p:spPr>
          <a:xfrm>
            <a:off x="6261100" y="4076700"/>
            <a:ext cx="406400" cy="406400"/>
          </a:xfrm>
          <a:prstGeom prst="ellipse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E58D9-D2BD-4C45-8203-9B729E4E0F98}"/>
              </a:ext>
            </a:extLst>
          </p:cNvPr>
          <p:cNvSpPr txBox="1"/>
          <p:nvPr/>
        </p:nvSpPr>
        <p:spPr>
          <a:xfrm>
            <a:off x="6794500" y="4038600"/>
            <a:ext cx="50038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Compare Issue, Usage, On Hand, and Hold.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1574EE4-DC4B-4851-8D17-75AB7EE49B6F}"/>
              </a:ext>
            </a:extLst>
          </p:cNvPr>
          <p:cNvSpPr/>
          <p:nvPr/>
        </p:nvSpPr>
        <p:spPr>
          <a:xfrm>
            <a:off x="6261100" y="4813300"/>
            <a:ext cx="406400" cy="406400"/>
          </a:xfrm>
          <a:prstGeom prst="ellipse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FBA220-D580-4462-B191-E643EFFD76EA}"/>
              </a:ext>
            </a:extLst>
          </p:cNvPr>
          <p:cNvSpPr txBox="1"/>
          <p:nvPr/>
        </p:nvSpPr>
        <p:spPr>
          <a:xfrm>
            <a:off x="6794500" y="4775200"/>
            <a:ext cx="50038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Use Export CSV when offline analysis is needed.</a:t>
            </a:r>
          </a:p>
        </p:txBody>
      </p:sp>
    </p:spTree>
    <p:extLst>
      <p:ext uri="{BB962C8B-B14F-4D97-AF65-F5344CB8AC3E}">
        <p14:creationId xmlns:p14="http://schemas.microsoft.com/office/powerpoint/2010/main" val="3224070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-Shape-534-p58-1">
            <a:extLst>
              <a:ext uri="{FF2B5EF4-FFF2-40B4-BE49-F238E27FC236}">
                <a16:creationId xmlns:a16="http://schemas.microsoft.com/office/drawing/2014/main" id="{5D84C92A-4F70-4F2F-AFC0-908928C800C2}"/>
              </a:ext>
            </a:extLst>
          </p:cNvPr>
          <p:cNvSpPr>
            <a:spLocks noGrp="1"/>
          </p:cNvSpPr>
          <p:nvPr/>
        </p:nvSpPr>
        <p:spPr>
          <a:xfrm>
            <a:off x="393700" y="2032000"/>
            <a:ext cx="5537200" cy="482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156082"/>
                </a:solidFill>
                <a:latin typeface="Helvetica Neue"/>
              </a:rPr>
              <a:t>Before selecting Submit</a:t>
            </a:r>
          </a:p>
        </p:txBody>
      </p:sp>
      <p:sp>
        <p:nvSpPr>
          <p:cNvPr id="2" name="Google-Shape-532-p58-3">
            <a:extLst>
              <a:ext uri="{FF2B5EF4-FFF2-40B4-BE49-F238E27FC236}">
                <a16:creationId xmlns:a16="http://schemas.microsoft.com/office/drawing/2014/main" id="{036CBA18-5564-4269-BC16-16D1E1954844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3" name="Google-Shape-533-p58-4">
            <a:extLst>
              <a:ext uri="{FF2B5EF4-FFF2-40B4-BE49-F238E27FC236}">
                <a16:creationId xmlns:a16="http://schemas.microsoft.com/office/drawing/2014/main" id="{A9FF1D28-1FAF-4895-9ACA-682240EAD8CD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Record only the materials that changed today</a:t>
            </a:r>
          </a:p>
        </p:txBody>
      </p:sp>
      <p:sp>
        <p:nvSpPr>
          <p:cNvPr id="4" name="Google-Shape-534-p58-5">
            <a:extLst>
              <a:ext uri="{FF2B5EF4-FFF2-40B4-BE49-F238E27FC236}">
                <a16:creationId xmlns:a16="http://schemas.microsoft.com/office/drawing/2014/main" id="{6D9AFCBA-79C1-4523-B3C6-340B081A80A5}"/>
              </a:ext>
            </a:extLst>
          </p:cNvPr>
          <p:cNvSpPr>
            <a:spLocks noGrp="1"/>
          </p:cNvSpPr>
          <p:nvPr/>
        </p:nvSpPr>
        <p:spPr>
          <a:xfrm>
            <a:off x="6261100" y="5295900"/>
            <a:ext cx="5537200" cy="698500"/>
          </a:xfrm>
          <a:prstGeom prst="rect">
            <a:avLst/>
          </a:prstGeom>
          <a:solidFill>
            <a:srgbClr val="E5F1F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i="1" dirty="0">
                <a:solidFill>
                  <a:srgbClr val="156082"/>
                </a:solidFill>
                <a:latin typeface="Helvetica Neue"/>
              </a:rPr>
              <a:t>Record Data screenshot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32" b="32"/>
          <a:stretch>
            <a:fillRect/>
          </a:stretch>
        </p:blipFill>
        <p:spPr>
          <a:xfrm>
            <a:off x="6265069" y="2031968"/>
            <a:ext cx="5537168" cy="3114580"/>
          </a:xfrm>
          <a:prstGeom prst="roundRect">
            <a:avLst>
              <a:gd name="adj" fmla="val 2447"/>
            </a:avLst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CBE9B314-1B75-4C1A-B6B3-875FA07DA3C6}"/>
              </a:ext>
            </a:extLst>
          </p:cNvPr>
          <p:cNvSpPr/>
          <p:nvPr/>
        </p:nvSpPr>
        <p:spPr>
          <a:xfrm>
            <a:off x="393700" y="2667000"/>
            <a:ext cx="381000" cy="381000"/>
          </a:xfrm>
          <a:prstGeom prst="ellipse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736502-6BBD-4584-A710-277418D81026}"/>
              </a:ext>
            </a:extLst>
          </p:cNvPr>
          <p:cNvSpPr txBox="1"/>
          <p:nvPr/>
        </p:nvSpPr>
        <p:spPr>
          <a:xfrm>
            <a:off x="901700" y="2628900"/>
            <a:ext cx="50292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Select the correct workshop first.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672E324-194D-4F87-9A86-79ACF6A3010A}"/>
              </a:ext>
            </a:extLst>
          </p:cNvPr>
          <p:cNvSpPr/>
          <p:nvPr/>
        </p:nvSpPr>
        <p:spPr>
          <a:xfrm>
            <a:off x="393700" y="3683000"/>
            <a:ext cx="381000" cy="381000"/>
          </a:xfrm>
          <a:prstGeom prst="ellipse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E85AF8-F0E4-4D5C-B579-388054F5D699}"/>
              </a:ext>
            </a:extLst>
          </p:cNvPr>
          <p:cNvSpPr txBox="1"/>
          <p:nvPr/>
        </p:nvSpPr>
        <p:spPr>
          <a:xfrm>
            <a:off x="901700" y="3644900"/>
            <a:ext cx="50292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Enter values only on relevant material rows; leave unused rows blank.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33ED1E-C3A1-4528-98EC-0C84A116726C}"/>
              </a:ext>
            </a:extLst>
          </p:cNvPr>
          <p:cNvSpPr/>
          <p:nvPr/>
        </p:nvSpPr>
        <p:spPr>
          <a:xfrm>
            <a:off x="393700" y="4699000"/>
            <a:ext cx="381000" cy="381000"/>
          </a:xfrm>
          <a:prstGeom prst="ellipse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AA7738-DB9D-42FA-991D-0305F1D910F3}"/>
              </a:ext>
            </a:extLst>
          </p:cNvPr>
          <p:cNvSpPr txBox="1"/>
          <p:nvPr/>
        </p:nvSpPr>
        <p:spPr>
          <a:xfrm>
            <a:off x="901700" y="4660900"/>
            <a:ext cx="50292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Confirm the 7-digit Employee ID and shift A, B, or C.</a:t>
            </a:r>
          </a:p>
        </p:txBody>
      </p:sp>
    </p:spTree>
    <p:extLst>
      <p:ext uri="{BB962C8B-B14F-4D97-AF65-F5344CB8AC3E}">
        <p14:creationId xmlns:p14="http://schemas.microsoft.com/office/powerpoint/2010/main" val="3738277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Number-Placeholder-3-2">
            <a:extLst>
              <a:ext uri="{FF2B5EF4-FFF2-40B4-BE49-F238E27FC236}">
                <a16:creationId xmlns:a16="http://schemas.microsoft.com/office/drawing/2014/main" id="{EE2246DD-889E-453C-B0BC-52E6A30B84FD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569B5629-FB7D-420F-A789-695895958D47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Complete one daily entry in three checks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>
            <a:off x="337757" y="3119754"/>
            <a:ext cx="11460575" cy="286"/>
          </a:xfrm>
          <a:prstGeom prst="straightConnector1">
            <a:avLst/>
          </a:prstGeom>
          <a:ln w="25400">
            <a:solidFill>
              <a:srgbClr val="156082"/>
            </a:solidFill>
            <a:prstDash val="solid"/>
          </a:ln>
        </p:spPr>
      </p:cxnSp>
      <p:sp>
        <p:nvSpPr>
          <p:cNvPr id="4" name="Google-Shape-2260-p159-5">
            <a:extLst>
              <a:ext uri="{FF2B5EF4-FFF2-40B4-BE49-F238E27FC236}">
                <a16:creationId xmlns:a16="http://schemas.microsoft.com/office/drawing/2014/main" id="{CE341CE8-06DF-4F1E-8F39-57685D654C0F}"/>
              </a:ext>
            </a:extLst>
          </p:cNvPr>
          <p:cNvSpPr>
            <a:spLocks noGrp="1"/>
          </p:cNvSpPr>
          <p:nvPr/>
        </p:nvSpPr>
        <p:spPr>
          <a:xfrm>
            <a:off x="312356" y="3040825"/>
            <a:ext cx="152400" cy="1524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ogle-Shape-2261-p159-6">
            <a:extLst>
              <a:ext uri="{FF2B5EF4-FFF2-40B4-BE49-F238E27FC236}">
                <a16:creationId xmlns:a16="http://schemas.microsoft.com/office/drawing/2014/main" id="{2B96E77F-5E05-447D-9A6C-251FA549E92C}"/>
              </a:ext>
            </a:extLst>
          </p:cNvPr>
          <p:cNvSpPr>
            <a:spLocks noGrp="1"/>
          </p:cNvSpPr>
          <p:nvPr/>
        </p:nvSpPr>
        <p:spPr>
          <a:xfrm>
            <a:off x="4226370" y="3040825"/>
            <a:ext cx="152400" cy="1524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-Shape-2262-p159-7">
            <a:extLst>
              <a:ext uri="{FF2B5EF4-FFF2-40B4-BE49-F238E27FC236}">
                <a16:creationId xmlns:a16="http://schemas.microsoft.com/office/drawing/2014/main" id="{ED589FE1-0AED-4094-BA89-1498083E1248}"/>
              </a:ext>
            </a:extLst>
          </p:cNvPr>
          <p:cNvSpPr>
            <a:spLocks noGrp="1"/>
          </p:cNvSpPr>
          <p:nvPr/>
        </p:nvSpPr>
        <p:spPr>
          <a:xfrm>
            <a:off x="8150670" y="3040825"/>
            <a:ext cx="152400" cy="1524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Content-Placeholder-15-8">
            <a:extLst>
              <a:ext uri="{FF2B5EF4-FFF2-40B4-BE49-F238E27FC236}">
                <a16:creationId xmlns:a16="http://schemas.microsoft.com/office/drawing/2014/main" id="{5CA1AE72-5FDC-4C4E-BDC4-DDDAB388E5A9}"/>
              </a:ext>
            </a:extLst>
          </p:cNvPr>
          <p:cNvSpPr>
            <a:spLocks noGrp="1"/>
          </p:cNvSpPr>
          <p:nvPr/>
        </p:nvSpPr>
        <p:spPr>
          <a:xfrm>
            <a:off x="393668" y="2589307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E97132"/>
                </a:solidFill>
                <a:latin typeface="Helvetica Neue"/>
              </a:rPr>
              <a:t>CHECK 1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32E60EB5-6250-4505-865C-F3E053D115A9}"/>
              </a:ext>
            </a:extLst>
          </p:cNvPr>
          <p:cNvSpPr>
            <a:spLocks noGrp="1"/>
          </p:cNvSpPr>
          <p:nvPr/>
        </p:nvSpPr>
        <p:spPr>
          <a:xfrm>
            <a:off x="4294156" y="2589307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E97132"/>
                </a:solidFill>
                <a:latin typeface="Helvetica Neue"/>
              </a:rPr>
              <a:t>CHECK 2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2A65A30B-B046-4575-95D5-3269EDCAC7CB}"/>
              </a:ext>
            </a:extLst>
          </p:cNvPr>
          <p:cNvSpPr>
            <a:spLocks noGrp="1"/>
          </p:cNvSpPr>
          <p:nvPr/>
        </p:nvSpPr>
        <p:spPr>
          <a:xfrm>
            <a:off x="8223218" y="2589307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E97132"/>
                </a:solidFill>
                <a:latin typeface="Helvetica Neue"/>
              </a:rPr>
              <a:t>CHECK 3</a:t>
            </a:r>
          </a:p>
        </p:txBody>
      </p:sp>
      <p:sp>
        <p:nvSpPr>
          <p:cNvPr id="10" name="Text-Placeholder-16-11">
            <a:extLst>
              <a:ext uri="{FF2B5EF4-FFF2-40B4-BE49-F238E27FC236}">
                <a16:creationId xmlns:a16="http://schemas.microsoft.com/office/drawing/2014/main" id="{23D4DCD7-32D2-4B33-BF3C-A63A185E3C0A}"/>
              </a:ext>
            </a:extLst>
          </p:cNvPr>
          <p:cNvSpPr>
            <a:spLocks noGrp="1"/>
          </p:cNvSpPr>
          <p:nvPr/>
        </p:nvSpPr>
        <p:spPr>
          <a:xfrm>
            <a:off x="4317111" y="3568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156082"/>
                </a:solidFill>
                <a:latin typeface="Helvetica Neue"/>
              </a:rPr>
              <a:t>Enter</a:t>
            </a:r>
          </a:p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Record stock, issue, and NCN values. Use zero only when zero is the intended value.</a:t>
            </a:r>
          </a:p>
        </p:txBody>
      </p:sp>
      <p:sp>
        <p:nvSpPr>
          <p:cNvPr id="11" name="Text-Placeholder-16-12">
            <a:extLst>
              <a:ext uri="{FF2B5EF4-FFF2-40B4-BE49-F238E27FC236}">
                <a16:creationId xmlns:a16="http://schemas.microsoft.com/office/drawing/2014/main" id="{E1042B5C-B0A4-4D49-AA1D-1E982F5F4C0F}"/>
              </a:ext>
            </a:extLst>
          </p:cNvPr>
          <p:cNvSpPr>
            <a:spLocks noGrp="1"/>
          </p:cNvSpPr>
          <p:nvPr/>
        </p:nvSpPr>
        <p:spPr>
          <a:xfrm>
            <a:off x="399859" y="3568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156082"/>
                </a:solidFill>
                <a:latin typeface="Helvetica Neue"/>
              </a:rPr>
              <a:t>Identify</a:t>
            </a:r>
          </a:p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Confirm workshop, material code, ERP code, name, and unit.</a:t>
            </a:r>
          </a:p>
        </p:txBody>
      </p:sp>
      <p:sp>
        <p:nvSpPr>
          <p:cNvPr id="12" name="Text-Placeholder-16-13">
            <a:extLst>
              <a:ext uri="{FF2B5EF4-FFF2-40B4-BE49-F238E27FC236}">
                <a16:creationId xmlns:a16="http://schemas.microsoft.com/office/drawing/2014/main" id="{7AC8EF6F-7501-46F1-A99D-3849AF5B19FB}"/>
              </a:ext>
            </a:extLst>
          </p:cNvPr>
          <p:cNvSpPr>
            <a:spLocks noGrp="1"/>
          </p:cNvSpPr>
          <p:nvPr/>
        </p:nvSpPr>
        <p:spPr>
          <a:xfrm>
            <a:off x="8177879" y="3568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156082"/>
                </a:solidFill>
                <a:latin typeface="Helvetica Neue"/>
              </a:rPr>
              <a:t>Validate</a:t>
            </a:r>
          </a:p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Recheck Employee ID and shift, then submit once and read any warning.</a:t>
            </a:r>
          </a:p>
        </p:txBody>
      </p:sp>
      <p:pic>
        <p:nvPicPr>
          <p:cNvPr id="16" name="Graphic 16" descr="Identify step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6950" y="1714500"/>
            <a:ext cx="406400" cy="406400"/>
          </a:xfrm>
          <a:prstGeom prst="rect">
            <a:avLst/>
          </a:prstGeom>
        </p:spPr>
      </p:pic>
      <p:pic>
        <p:nvPicPr>
          <p:cNvPr id="17" name="Graphic 17" descr="Enter step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5850" y="1714500"/>
            <a:ext cx="406400" cy="406400"/>
          </a:xfrm>
          <a:prstGeom prst="rect">
            <a:avLst/>
          </a:prstGeom>
        </p:spPr>
      </p:pic>
      <p:pic>
        <p:nvPicPr>
          <p:cNvPr id="18" name="Graphic 18" descr="Validate step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20150" y="17145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586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-Shape-532-p58-2">
            <a:extLst>
              <a:ext uri="{FF2B5EF4-FFF2-40B4-BE49-F238E27FC236}">
                <a16:creationId xmlns:a16="http://schemas.microsoft.com/office/drawing/2014/main" id="{FC352098-7C0A-465F-95CE-8D97B897C4E3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821FC1A6-862F-4D36-989B-86A362B3277F}"/>
              </a:ext>
            </a:extLst>
          </p:cNvPr>
          <p:cNvSpPr>
            <a:spLocks noGrp="1"/>
          </p:cNvSpPr>
          <p:nvPr/>
        </p:nvSpPr>
        <p:spPr>
          <a:xfrm>
            <a:off x="393668" y="344519"/>
            <a:ext cx="11404568" cy="64427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Record Data field has a different meaning</a:t>
            </a:r>
          </a:p>
        </p:txBody>
      </p:sp>
      <p:sp>
        <p:nvSpPr>
          <p:cNvPr id="3" name="Rounded-Rectangle-1-4">
            <a:extLst>
              <a:ext uri="{FF2B5EF4-FFF2-40B4-BE49-F238E27FC236}">
                <a16:creationId xmlns:a16="http://schemas.microsoft.com/office/drawing/2014/main" id="{1D69E464-6C38-4B8E-A974-BAF095424416}"/>
              </a:ext>
            </a:extLst>
          </p:cNvPr>
          <p:cNvSpPr>
            <a:spLocks noGrp="1"/>
          </p:cNvSpPr>
          <p:nvPr/>
        </p:nvSpPr>
        <p:spPr>
          <a:xfrm>
            <a:off x="397002" y="2222500"/>
            <a:ext cx="5533930" cy="3619500"/>
          </a:xfrm>
          <a:prstGeom prst="roundRect">
            <a:avLst>
              <a:gd name="adj" fmla="val 5769"/>
            </a:avLst>
          </a:prstGeom>
          <a:solidFill>
            <a:srgbClr val="E5F1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94982070-C32D-4AA6-A763-832BC17BF35E}"/>
              </a:ext>
            </a:extLst>
          </p:cNvPr>
          <p:cNvSpPr>
            <a:spLocks noGrp="1"/>
          </p:cNvSpPr>
          <p:nvPr/>
        </p:nvSpPr>
        <p:spPr>
          <a:xfrm>
            <a:off x="694277" y="2476500"/>
            <a:ext cx="4986909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156082"/>
                </a:solidFill>
                <a:latin typeface="Helvetica Neue"/>
              </a:rPr>
              <a:t>Stock and Issue</a:t>
            </a:r>
          </a:p>
        </p:txBody>
      </p:sp>
      <p:sp>
        <p:nvSpPr>
          <p:cNvPr id="5" name="Content-Placeholder-15-6">
            <a:extLst>
              <a:ext uri="{FF2B5EF4-FFF2-40B4-BE49-F238E27FC236}">
                <a16:creationId xmlns:a16="http://schemas.microsoft.com/office/drawing/2014/main" id="{27B5E7BC-3C45-458F-A4A7-E8E968F786BE}"/>
              </a:ext>
            </a:extLst>
          </p:cNvPr>
          <p:cNvSpPr>
            <a:spLocks noGrp="1"/>
          </p:cNvSpPr>
          <p:nvPr/>
        </p:nvSpPr>
        <p:spPr>
          <a:xfrm>
            <a:off x="694277" y="3111500"/>
            <a:ext cx="5236655" cy="24130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74638" indent="-274638"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  <a:buClr>
                <a:srgbClr val="E97132"/>
              </a:buClr>
              <a:buSzPct val="120000"/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/>
              </a:rPr>
              <a:t>Current Stock: physical on-hand quantity.</a:t>
            </a:r>
          </a:p>
          <a:p>
            <a:pPr marL="274638" indent="-274638"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  <a:buClr>
                <a:srgbClr val="E97132"/>
              </a:buClr>
              <a:buSzPct val="120000"/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/>
              </a:rPr>
              <a:t>Issue: quantity issued in the period.</a:t>
            </a:r>
          </a:p>
          <a:p>
            <a:pPr marL="274638" indent="-274638"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  <a:buClr>
                <a:srgbClr val="E97132"/>
              </a:buClr>
              <a:buSzPct val="120000"/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/>
              </a:rPr>
              <a:t>Match the displayed unit before typing.</a:t>
            </a:r>
          </a:p>
        </p:txBody>
      </p:sp>
      <p:sp>
        <p:nvSpPr>
          <p:cNvPr id="6" name="Rounded-Rectangle-7-7">
            <a:extLst>
              <a:ext uri="{FF2B5EF4-FFF2-40B4-BE49-F238E27FC236}">
                <a16:creationId xmlns:a16="http://schemas.microsoft.com/office/drawing/2014/main" id="{80F59208-257B-4055-B526-2529C9C95F94}"/>
              </a:ext>
            </a:extLst>
          </p:cNvPr>
          <p:cNvSpPr>
            <a:spLocks noGrp="1"/>
          </p:cNvSpPr>
          <p:nvPr/>
        </p:nvSpPr>
        <p:spPr>
          <a:xfrm>
            <a:off x="6260783" y="2222500"/>
            <a:ext cx="5533930" cy="3619500"/>
          </a:xfrm>
          <a:prstGeom prst="roundRect">
            <a:avLst>
              <a:gd name="adj" fmla="val 5769"/>
            </a:avLst>
          </a:prstGeom>
          <a:solidFill>
            <a:srgbClr val="E5F1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Content-Placeholder-10-8">
            <a:extLst>
              <a:ext uri="{FF2B5EF4-FFF2-40B4-BE49-F238E27FC236}">
                <a16:creationId xmlns:a16="http://schemas.microsoft.com/office/drawing/2014/main" id="{D5FEBE68-1DF9-498A-987B-70EC2D1455D1}"/>
              </a:ext>
            </a:extLst>
          </p:cNvPr>
          <p:cNvSpPr>
            <a:spLocks noGrp="1"/>
          </p:cNvSpPr>
          <p:nvPr/>
        </p:nvSpPr>
        <p:spPr>
          <a:xfrm>
            <a:off x="6558058" y="2476500"/>
            <a:ext cx="4986909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156082"/>
                </a:solidFill>
                <a:latin typeface="Helvetica Neue"/>
              </a:rPr>
              <a:t>NCN movements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F98ECB06-C9FB-4546-9157-618D8496E261}"/>
              </a:ext>
            </a:extLst>
          </p:cNvPr>
          <p:cNvSpPr>
            <a:spLocks noGrp="1"/>
          </p:cNvSpPr>
          <p:nvPr/>
        </p:nvSpPr>
        <p:spPr>
          <a:xfrm>
            <a:off x="6558058" y="3111500"/>
            <a:ext cx="5236655" cy="24130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74638" indent="-274638"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  <a:buClr>
                <a:srgbClr val="E97132"/>
              </a:buClr>
              <a:buSzPct val="120000"/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/>
              </a:rPr>
              <a:t>Issue NCN: quantity moved to NCN.</a:t>
            </a:r>
          </a:p>
          <a:p>
            <a:pPr marL="274638" indent="-274638"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  <a:buClr>
                <a:srgbClr val="E97132"/>
              </a:buClr>
              <a:buSzPct val="120000"/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/>
              </a:rPr>
              <a:t>Return NCN: quantity returned from NCN.</a:t>
            </a:r>
          </a:p>
          <a:p>
            <a:pPr marL="274638" indent="-274638"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  <a:buClr>
                <a:srgbClr val="E97132"/>
              </a:buClr>
              <a:buSzPct val="120000"/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Helvetica Neue"/>
              </a:rPr>
              <a:t>Never swap the two NCN columns.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7D999D56-1FAA-4E5B-B37A-E9890732D485}"/>
              </a:ext>
            </a:extLst>
          </p:cNvPr>
          <p:cNvSpPr>
            <a:spLocks noGrp="1"/>
          </p:cNvSpPr>
          <p:nvPr/>
        </p:nvSpPr>
        <p:spPr>
          <a:xfrm>
            <a:off x="400907" y="1157478"/>
            <a:ext cx="11404568" cy="8890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156082"/>
                </a:solidFill>
                <a:latin typeface="Helvetica Neue"/>
              </a:rPr>
              <a:t>Enter the physical value shown for the selected material and unit.</a:t>
            </a:r>
          </a:p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Do not copy a number from another row. Blank means no value was recorded; zero means the value is actually zero.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A619CA-5438-499A-B874-61AF59183F54}"/>
              </a:ext>
            </a:extLst>
          </p:cNvPr>
          <p:cNvSpPr/>
          <p:nvPr/>
        </p:nvSpPr>
        <p:spPr>
          <a:xfrm>
            <a:off x="495300" y="2476500"/>
            <a:ext cx="76200" cy="355600"/>
          </a:xfrm>
          <a:prstGeom prst="rect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3D4AB4-8FCE-4C5D-AF8E-FE87D59C715E}"/>
              </a:ext>
            </a:extLst>
          </p:cNvPr>
          <p:cNvSpPr/>
          <p:nvPr/>
        </p:nvSpPr>
        <p:spPr>
          <a:xfrm>
            <a:off x="6350000" y="2476500"/>
            <a:ext cx="76200" cy="355600"/>
          </a:xfrm>
          <a:prstGeom prst="rect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384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-Shape-532-p58-2">
            <a:extLst>
              <a:ext uri="{FF2B5EF4-FFF2-40B4-BE49-F238E27FC236}">
                <a16:creationId xmlns:a16="http://schemas.microsoft.com/office/drawing/2014/main" id="{FECAB22B-362E-4CDF-A8E6-AB7B6C07243D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A9F4E6B9-D30E-4649-80E5-EC12A5DA7900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Consumption connects material usage to product output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3A5D0D74-5C84-47F9-87C0-E08375E59520}"/>
              </a:ext>
            </a:extLst>
          </p:cNvPr>
          <p:cNvSpPr>
            <a:spLocks noGrp="1"/>
          </p:cNvSpPr>
          <p:nvPr/>
        </p:nvSpPr>
        <p:spPr>
          <a:xfrm>
            <a:off x="393700" y="5295900"/>
            <a:ext cx="5537200" cy="800100"/>
          </a:xfrm>
          <a:prstGeom prst="rect">
            <a:avLst/>
          </a:prstGeom>
          <a:solidFill>
            <a:srgbClr val="E5F1F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500" b="1" i="1" dirty="0">
                <a:solidFill>
                  <a:srgbClr val="156082"/>
                </a:solidFill>
                <a:latin typeface="Helvetica Neue"/>
              </a:rPr>
              <a:t>Consumption = Material Usage ÷ Product Output</a:t>
            </a:r>
          </a:p>
        </p:txBody>
      </p:sp>
      <p:sp>
        <p:nvSpPr>
          <p:cNvPr id="4" name="Content-Placeholder-3-5">
            <a:extLst>
              <a:ext uri="{FF2B5EF4-FFF2-40B4-BE49-F238E27FC236}">
                <a16:creationId xmlns:a16="http://schemas.microsoft.com/office/drawing/2014/main" id="{47D7F88B-B6C4-4AB4-AA13-E3BC02CAEF53}"/>
              </a:ext>
            </a:extLst>
          </p:cNvPr>
          <p:cNvSpPr>
            <a:spLocks noGrp="1"/>
          </p:cNvSpPr>
          <p:nvPr/>
        </p:nvSpPr>
        <p:spPr>
          <a:xfrm>
            <a:off x="6261100" y="2032000"/>
            <a:ext cx="5537200" cy="482600"/>
          </a:xfrm>
          <a:prstGeom prst="rect">
            <a:avLst/>
          </a:prstGeom>
          <a:noFill/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156082"/>
                </a:solidFill>
                <a:latin typeface="Helvetica Neue"/>
              </a:rPr>
              <a:t>Calculation steps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1" b="1"/>
          <a:stretch>
            <a:fillRect/>
          </a:stretch>
        </p:blipFill>
        <p:spPr>
          <a:xfrm>
            <a:off x="393668" y="2031968"/>
            <a:ext cx="5537168" cy="3114580"/>
          </a:xfrm>
          <a:prstGeom prst="roundRect">
            <a:avLst>
              <a:gd name="adj" fmla="val 2447"/>
            </a:avLst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9D8635A-47AD-4247-9AEA-923C1D26F24A}"/>
              </a:ext>
            </a:extLst>
          </p:cNvPr>
          <p:cNvSpPr/>
          <p:nvPr/>
        </p:nvSpPr>
        <p:spPr>
          <a:xfrm>
            <a:off x="6261100" y="2616200"/>
            <a:ext cx="406400" cy="406400"/>
          </a:xfrm>
          <a:prstGeom prst="ellipse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314CC8-0C8B-4007-8965-620A1DFA88D3}"/>
              </a:ext>
            </a:extLst>
          </p:cNvPr>
          <p:cNvSpPr txBox="1"/>
          <p:nvPr/>
        </p:nvSpPr>
        <p:spPr>
          <a:xfrm>
            <a:off x="6794500" y="2578100"/>
            <a:ext cx="50038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Select a workshop and material.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403E4C4-E9E2-44FA-895B-EB8F741A155D}"/>
              </a:ext>
            </a:extLst>
          </p:cNvPr>
          <p:cNvSpPr/>
          <p:nvPr/>
        </p:nvSpPr>
        <p:spPr>
          <a:xfrm>
            <a:off x="6261100" y="3352800"/>
            <a:ext cx="406400" cy="406400"/>
          </a:xfrm>
          <a:prstGeom prst="ellipse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A9D66F-D388-4AE9-A430-0C134C7E3070}"/>
              </a:ext>
            </a:extLst>
          </p:cNvPr>
          <p:cNvSpPr txBox="1"/>
          <p:nvPr/>
        </p:nvSpPr>
        <p:spPr>
          <a:xfrm>
            <a:off x="6794500" y="3314700"/>
            <a:ext cx="50038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Set the From and To dates.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FE9E9A1-9BFB-4013-BBC1-EFC2CC54B7B5}"/>
              </a:ext>
            </a:extLst>
          </p:cNvPr>
          <p:cNvSpPr/>
          <p:nvPr/>
        </p:nvSpPr>
        <p:spPr>
          <a:xfrm>
            <a:off x="6261100" y="4089400"/>
            <a:ext cx="406400" cy="406400"/>
          </a:xfrm>
          <a:prstGeom prst="ellipse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FDE316-2283-4C0F-9C54-45DA662974B9}"/>
              </a:ext>
            </a:extLst>
          </p:cNvPr>
          <p:cNvSpPr txBox="1"/>
          <p:nvPr/>
        </p:nvSpPr>
        <p:spPr>
          <a:xfrm>
            <a:off x="6794500" y="4051300"/>
            <a:ext cx="50038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Enter Product Output in kPcs when available.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9FC52F7-98CE-4C21-9E9D-38D9A66F23B5}"/>
              </a:ext>
            </a:extLst>
          </p:cNvPr>
          <p:cNvSpPr/>
          <p:nvPr/>
        </p:nvSpPr>
        <p:spPr>
          <a:xfrm>
            <a:off x="6261100" y="4826000"/>
            <a:ext cx="406400" cy="406400"/>
          </a:xfrm>
          <a:prstGeom prst="ellipse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5EAAF6-6493-4DB6-80D9-85F88AA5F358}"/>
              </a:ext>
            </a:extLst>
          </p:cNvPr>
          <p:cNvSpPr txBox="1"/>
          <p:nvPr/>
        </p:nvSpPr>
        <p:spPr>
          <a:xfrm>
            <a:off x="6794500" y="4787900"/>
            <a:ext cx="50038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Select Calculate and review Usage and Consumption.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686058D-57C5-4930-A3CE-101A0A0EC120}"/>
              </a:ext>
            </a:extLst>
          </p:cNvPr>
          <p:cNvSpPr/>
          <p:nvPr/>
        </p:nvSpPr>
        <p:spPr>
          <a:xfrm>
            <a:off x="6261100" y="5461000"/>
            <a:ext cx="5537200" cy="635000"/>
          </a:xfrm>
          <a:prstGeom prst="roundRect">
            <a:avLst/>
          </a:prstGeom>
          <a:solidFill>
            <a:srgbClr val="FDEEE3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342900" indent="0" algn="l">
              <a:buNone/>
            </a:pPr>
            <a:r>
              <a:rPr lang="en-US" sz="1500" b="1" dirty="0">
                <a:solidFill>
                  <a:srgbClr val="7A2E00"/>
                </a:solidFill>
                <a:latin typeface="Helvetica Neue"/>
              </a:rPr>
              <a:t>Product Output must be greater than zero.</a:t>
            </a:r>
          </a:p>
        </p:txBody>
      </p:sp>
      <p:pic>
        <p:nvPicPr>
          <p:cNvPr id="16" name="Graphic 16" descr="Warni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8900" y="56388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568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-Shape-534-p58-1">
            <a:extLst>
              <a:ext uri="{FF2B5EF4-FFF2-40B4-BE49-F238E27FC236}">
                <a16:creationId xmlns:a16="http://schemas.microsoft.com/office/drawing/2014/main" id="{2974EB05-E9EC-46B7-838A-2655C9A4B316}"/>
              </a:ext>
            </a:extLst>
          </p:cNvPr>
          <p:cNvSpPr>
            <a:spLocks noGrp="1"/>
          </p:cNvSpPr>
          <p:nvPr/>
        </p:nvSpPr>
        <p:spPr>
          <a:xfrm>
            <a:off x="393668" y="1841500"/>
            <a:ext cx="5533168" cy="508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156082"/>
                </a:solidFill>
                <a:latin typeface="Helvetica Neue"/>
              </a:rPr>
              <a:t>Find the exact record</a:t>
            </a:r>
          </a:p>
        </p:txBody>
      </p:sp>
      <p:sp>
        <p:nvSpPr>
          <p:cNvPr id="2" name="Google-Shape-532-p58-3">
            <a:extLst>
              <a:ext uri="{FF2B5EF4-FFF2-40B4-BE49-F238E27FC236}">
                <a16:creationId xmlns:a16="http://schemas.microsoft.com/office/drawing/2014/main" id="{6B97C13E-67BE-457B-99A8-1D78C5DDDD88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3" name="Google-Shape-533-p58-4">
            <a:extLst>
              <a:ext uri="{FF2B5EF4-FFF2-40B4-BE49-F238E27FC236}">
                <a16:creationId xmlns:a16="http://schemas.microsoft.com/office/drawing/2014/main" id="{617EEE14-AFCB-4574-A6AC-0F3EE178FF7D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Transactions is the audit trail for every entry</a:t>
            </a:r>
          </a:p>
        </p:txBody>
      </p:sp>
      <p:sp>
        <p:nvSpPr>
          <p:cNvPr id="4" name="Google-Shape-534-p58-5">
            <a:extLst>
              <a:ext uri="{FF2B5EF4-FFF2-40B4-BE49-F238E27FC236}">
                <a16:creationId xmlns:a16="http://schemas.microsoft.com/office/drawing/2014/main" id="{1335F822-ACB9-456E-B655-334528EB046A}"/>
              </a:ext>
            </a:extLst>
          </p:cNvPr>
          <p:cNvSpPr>
            <a:spLocks noGrp="1"/>
          </p:cNvSpPr>
          <p:nvPr/>
        </p:nvSpPr>
        <p:spPr>
          <a:xfrm>
            <a:off x="6261100" y="5295900"/>
            <a:ext cx="5537200" cy="698500"/>
          </a:xfrm>
          <a:prstGeom prst="rect">
            <a:avLst/>
          </a:prstGeom>
          <a:solidFill>
            <a:srgbClr val="E5F1F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i="1" dirty="0">
                <a:solidFill>
                  <a:srgbClr val="156082"/>
                </a:solidFill>
                <a:latin typeface="Helvetica Neue"/>
              </a:rPr>
              <a:t>Transactions screenshot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32" b="32"/>
          <a:stretch>
            <a:fillRect/>
          </a:stretch>
        </p:blipFill>
        <p:spPr>
          <a:xfrm>
            <a:off x="6265069" y="2031968"/>
            <a:ext cx="5537168" cy="3114580"/>
          </a:xfrm>
          <a:prstGeom prst="roundRect">
            <a:avLst>
              <a:gd name="adj" fmla="val 2447"/>
            </a:avLst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194FD31-77FA-4373-A15D-A7DFE9D9F01D}"/>
              </a:ext>
            </a:extLst>
          </p:cNvPr>
          <p:cNvSpPr/>
          <p:nvPr/>
        </p:nvSpPr>
        <p:spPr>
          <a:xfrm>
            <a:off x="393700" y="2667000"/>
            <a:ext cx="381000" cy="381000"/>
          </a:xfrm>
          <a:prstGeom prst="ellipse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1954EC-1DA3-4EB1-B536-9B8F37A54646}"/>
              </a:ext>
            </a:extLst>
          </p:cNvPr>
          <p:cNvSpPr/>
          <p:nvPr/>
        </p:nvSpPr>
        <p:spPr>
          <a:xfrm>
            <a:off x="393700" y="3683000"/>
            <a:ext cx="381000" cy="381000"/>
          </a:xfrm>
          <a:prstGeom prst="ellipse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5ECF5A1-7AAC-44AF-844E-DCEC2910858C}"/>
              </a:ext>
            </a:extLst>
          </p:cNvPr>
          <p:cNvSpPr/>
          <p:nvPr/>
        </p:nvSpPr>
        <p:spPr>
          <a:xfrm>
            <a:off x="393700" y="4699000"/>
            <a:ext cx="381000" cy="381000"/>
          </a:xfrm>
          <a:prstGeom prst="ellipse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DB3DEC-308B-4B83-9C1B-B571C9C33D3D}"/>
              </a:ext>
            </a:extLst>
          </p:cNvPr>
          <p:cNvSpPr txBox="1"/>
          <p:nvPr/>
        </p:nvSpPr>
        <p:spPr>
          <a:xfrm>
            <a:off x="901700" y="2641600"/>
            <a:ext cx="5029200" cy="698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>
                <a:latin typeface="Helvetica Neue"/>
              </a:rPr>
              <a:t>Filter by material, Employee ID, workshop, shift, and date.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A52140-B0BD-4EA0-8045-92D2C2AECCB5}"/>
              </a:ext>
            </a:extLst>
          </p:cNvPr>
          <p:cNvSpPr txBox="1"/>
          <p:nvPr/>
        </p:nvSpPr>
        <p:spPr>
          <a:xfrm>
            <a:off x="901700" y="3657600"/>
            <a:ext cx="5029200" cy="698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>
                <a:latin typeface="Helvetica Neue"/>
              </a:rPr>
              <a:t>Check stock, issue, NCN values, employee, and shift together.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35F7D8-5B02-4230-AFB9-92E3620437A2}"/>
              </a:ext>
            </a:extLst>
          </p:cNvPr>
          <p:cNvSpPr txBox="1"/>
          <p:nvPr/>
        </p:nvSpPr>
        <p:spPr>
          <a:xfrm>
            <a:off x="901700" y="4673600"/>
            <a:ext cx="5029200" cy="698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>
                <a:latin typeface="Helvetica Neue"/>
              </a:rPr>
              <a:t>Use Export CSV for an approved report; use Request Change when a record is wrong.</a:t>
            </a:r>
          </a:p>
        </p:txBody>
      </p:sp>
    </p:spTree>
    <p:extLst>
      <p:ext uri="{BB962C8B-B14F-4D97-AF65-F5344CB8AC3E}">
        <p14:creationId xmlns:p14="http://schemas.microsoft.com/office/powerpoint/2010/main" val="4226711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-Shape-532-p58-2">
            <a:extLst>
              <a:ext uri="{FF2B5EF4-FFF2-40B4-BE49-F238E27FC236}">
                <a16:creationId xmlns:a16="http://schemas.microsoft.com/office/drawing/2014/main" id="{26DAD9B8-C3E6-4C48-A771-4B3E79A18928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761AEF60-DBDC-4725-94F6-7735B4B3302A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Report an incorrect entry instead of entering it again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28FE6923-C8D2-4CAA-8CE0-65D8F76D9909}"/>
              </a:ext>
            </a:extLst>
          </p:cNvPr>
          <p:cNvSpPr>
            <a:spLocks noGrp="1"/>
          </p:cNvSpPr>
          <p:nvPr/>
        </p:nvSpPr>
        <p:spPr>
          <a:xfrm>
            <a:off x="393700" y="5295900"/>
            <a:ext cx="5537200" cy="698500"/>
          </a:xfrm>
          <a:prstGeom prst="rect">
            <a:avLst/>
          </a:prstGeom>
          <a:solidFill>
            <a:srgbClr val="E5F1F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i="1" dirty="0">
                <a:solidFill>
                  <a:srgbClr val="156082"/>
                </a:solidFill>
                <a:latin typeface="Helvetica Neue"/>
              </a:rPr>
              <a:t>Request a Data Change</a:t>
            </a:r>
            <a:r>
              <a:rPr lang="en-US" sz="1400" i="1" dirty="0">
                <a:solidFill>
                  <a:srgbClr val="156082"/>
                </a:solidFill>
                <a:latin typeface="Helvetica Neue"/>
              </a:rPr>
              <a:t> — A correction ticket keeps the issue traceable for an administrator.</a:t>
            </a:r>
          </a:p>
        </p:txBody>
      </p:sp>
      <p:sp>
        <p:nvSpPr>
          <p:cNvPr id="4" name="Content-Placeholder-3-5">
            <a:extLst>
              <a:ext uri="{FF2B5EF4-FFF2-40B4-BE49-F238E27FC236}">
                <a16:creationId xmlns:a16="http://schemas.microsoft.com/office/drawing/2014/main" id="{780CAECE-BA43-4226-B56D-87C5CD9A5438}"/>
              </a:ext>
            </a:extLst>
          </p:cNvPr>
          <p:cNvSpPr>
            <a:spLocks noGrp="1"/>
          </p:cNvSpPr>
          <p:nvPr/>
        </p:nvSpPr>
        <p:spPr>
          <a:xfrm>
            <a:off x="6261100" y="2032000"/>
            <a:ext cx="5537200" cy="482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156082"/>
                </a:solidFill>
                <a:latin typeface="Helvetica Neue"/>
              </a:rPr>
              <a:t>Include enough detail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t="32" b="32"/>
          <a:stretch>
            <a:fillRect/>
          </a:stretch>
        </p:blipFill>
        <p:spPr>
          <a:xfrm>
            <a:off x="393668" y="2031968"/>
            <a:ext cx="5537168" cy="3114580"/>
          </a:xfrm>
          <a:prstGeom prst="roundRect">
            <a:avLst>
              <a:gd name="adj" fmla="val 2447"/>
            </a:avLst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A97190B-CD95-4C29-AD94-C0CB1D2438F2}"/>
              </a:ext>
            </a:extLst>
          </p:cNvPr>
          <p:cNvSpPr/>
          <p:nvPr/>
        </p:nvSpPr>
        <p:spPr>
          <a:xfrm>
            <a:off x="6261100" y="2603500"/>
            <a:ext cx="381000" cy="381000"/>
          </a:xfrm>
          <a:prstGeom prst="ellipse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44EBEC-61A5-4247-9A31-0D6E7023BD6F}"/>
              </a:ext>
            </a:extLst>
          </p:cNvPr>
          <p:cNvSpPr/>
          <p:nvPr/>
        </p:nvSpPr>
        <p:spPr>
          <a:xfrm>
            <a:off x="6261100" y="3340100"/>
            <a:ext cx="381000" cy="381000"/>
          </a:xfrm>
          <a:prstGeom prst="ellipse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2D7935-739A-4D23-A73C-98761E60BE5E}"/>
              </a:ext>
            </a:extLst>
          </p:cNvPr>
          <p:cNvSpPr/>
          <p:nvPr/>
        </p:nvSpPr>
        <p:spPr>
          <a:xfrm>
            <a:off x="6261100" y="4076700"/>
            <a:ext cx="381000" cy="381000"/>
          </a:xfrm>
          <a:prstGeom prst="ellipse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4E477B1-6E43-41A5-AA0C-73F44AEF4DFF}"/>
              </a:ext>
            </a:extLst>
          </p:cNvPr>
          <p:cNvSpPr/>
          <p:nvPr/>
        </p:nvSpPr>
        <p:spPr>
          <a:xfrm>
            <a:off x="6261100" y="4813300"/>
            <a:ext cx="381000" cy="381000"/>
          </a:xfrm>
          <a:prstGeom prst="ellipse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5ACAFB-CD01-4796-8AE7-3A315F6FD885}"/>
              </a:ext>
            </a:extLst>
          </p:cNvPr>
          <p:cNvSpPr txBox="1"/>
          <p:nvPr/>
        </p:nvSpPr>
        <p:spPr>
          <a:xfrm>
            <a:off x="6769100" y="2578100"/>
            <a:ext cx="50292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>
                <a:latin typeface="Helvetica Neue"/>
              </a:rPr>
              <a:t>Enter employee number and full name.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A3CC2E-2957-4224-A08B-830DE9B54A3C}"/>
              </a:ext>
            </a:extLst>
          </p:cNvPr>
          <p:cNvSpPr txBox="1"/>
          <p:nvPr/>
        </p:nvSpPr>
        <p:spPr>
          <a:xfrm>
            <a:off x="6769100" y="3314700"/>
            <a:ext cx="50292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>
                <a:latin typeface="Helvetica Neue"/>
              </a:rPr>
              <a:t>Select the correct shift and workshop.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5719EA-532F-417B-8ADD-8E5924E70710}"/>
              </a:ext>
            </a:extLst>
          </p:cNvPr>
          <p:cNvSpPr txBox="1"/>
          <p:nvPr/>
        </p:nvSpPr>
        <p:spPr>
          <a:xfrm>
            <a:off x="6769100" y="4051300"/>
            <a:ext cx="50292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>
                <a:latin typeface="Helvetica Neue"/>
              </a:rPr>
              <a:t>State the date, material code, wrong value, correct value, and reason.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0D9249-5214-4A9C-B042-8C5D11DD4F6C}"/>
              </a:ext>
            </a:extLst>
          </p:cNvPr>
          <p:cNvSpPr txBox="1"/>
          <p:nvPr/>
        </p:nvSpPr>
        <p:spPr>
          <a:xfrm>
            <a:off x="6769100" y="4787900"/>
            <a:ext cx="50292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>
                <a:latin typeface="Helvetica Neue"/>
              </a:rPr>
              <a:t>Submit one ticket and wait for review.</a:t>
            </a:r>
          </a:p>
        </p:txBody>
      </p:sp>
    </p:spTree>
    <p:extLst>
      <p:ext uri="{BB962C8B-B14F-4D97-AF65-F5344CB8AC3E}">
        <p14:creationId xmlns:p14="http://schemas.microsoft.com/office/powerpoint/2010/main" val="408764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-Shape-532-p58-2">
            <a:extLst>
              <a:ext uri="{FF2B5EF4-FFF2-40B4-BE49-F238E27FC236}">
                <a16:creationId xmlns:a16="http://schemas.microsoft.com/office/drawing/2014/main" id="{B0695B1C-F851-4D48-A219-A743E315432D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BC0CCB51-4DB2-4AEA-93ED-99338FD6DA8A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Five checks prevent most entry errors</a:t>
            </a: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51EA7758-D02E-49ED-93B0-B7FD95DB1BC9}"/>
              </a:ext>
            </a:extLst>
          </p:cNvPr>
          <p:cNvSpPr>
            <a:spLocks noGrp="1"/>
          </p:cNvSpPr>
          <p:nvPr/>
        </p:nvSpPr>
        <p:spPr>
          <a:xfrm>
            <a:off x="393700" y="1905000"/>
            <a:ext cx="5537200" cy="1079500"/>
          </a:xfrm>
          <a:prstGeom prst="rect">
            <a:avLst/>
          </a:prstGeom>
          <a:solidFill>
            <a:srgbClr val="E5F1F7"/>
          </a:solidFill>
          <a:ln>
            <a:noFill/>
          </a:ln>
        </p:spPr>
        <p:txBody>
          <a:bodyPr wrap="square" lIns="274320" tIns="0" rIns="0" bIns="0" anchor="t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156082"/>
                </a:solidFill>
                <a:latin typeface="Helvetica Neue"/>
              </a:rPr>
              <a:t>Pause for ten seconds before selecting Submit. A quick visual check is faster than requesting a correction later.</a:t>
            </a:r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1FBEABD5-C210-4D21-B951-8311709913D2}"/>
              </a:ext>
            </a:extLst>
          </p:cNvPr>
          <p:cNvSpPr>
            <a:spLocks noGrp="1"/>
          </p:cNvSpPr>
          <p:nvPr/>
        </p:nvSpPr>
        <p:spPr>
          <a:xfrm>
            <a:off x="7886700" y="2990279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Correct workshop</a:t>
            </a:r>
          </a:p>
        </p:txBody>
      </p:sp>
      <p:sp>
        <p:nvSpPr>
          <p:cNvPr id="5" name="Google-Shape-340-p61-6">
            <a:extLst>
              <a:ext uri="{FF2B5EF4-FFF2-40B4-BE49-F238E27FC236}">
                <a16:creationId xmlns:a16="http://schemas.microsoft.com/office/drawing/2014/main" id="{AE3D1D95-197D-472C-B502-773948CEB377}"/>
              </a:ext>
            </a:extLst>
          </p:cNvPr>
          <p:cNvSpPr>
            <a:spLocks noGrp="1"/>
          </p:cNvSpPr>
          <p:nvPr/>
        </p:nvSpPr>
        <p:spPr>
          <a:xfrm>
            <a:off x="7507700" y="3015139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156082"/>
          </a:solidFill>
          <a:ln>
            <a:solidFill>
              <a:srgbClr val="1560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-11-7">
            <a:extLst>
              <a:ext uri="{FF2B5EF4-FFF2-40B4-BE49-F238E27FC236}">
                <a16:creationId xmlns:a16="http://schemas.microsoft.com/office/drawing/2014/main" id="{663D825C-29B7-4DD9-9FFA-8E5F972220F7}"/>
              </a:ext>
            </a:extLst>
          </p:cNvPr>
          <p:cNvSpPr>
            <a:spLocks noGrp="1"/>
          </p:cNvSpPr>
          <p:nvPr/>
        </p:nvSpPr>
        <p:spPr>
          <a:xfrm>
            <a:off x="393700" y="3302000"/>
            <a:ext cx="5537200" cy="923330"/>
          </a:xfrm>
          <a:prstGeom prst="rect">
            <a:avLst/>
          </a:prstGeom>
          <a:solidFill>
            <a:srgbClr val="FDEEE3"/>
          </a:solidFill>
          <a:ln>
            <a:noFill/>
          </a:ln>
        </p:spPr>
        <p:txBody>
          <a:bodyPr wrap="square" lIns="502920" tIns="0" rIns="0" bIns="0">
            <a:sp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7A2E00"/>
                </a:solidFill>
                <a:latin typeface="Helvetica Neue"/>
              </a:rPr>
              <a:t>If a warning appears after saving, read it immediately and compare the current stock and issue values with the source document.</a:t>
            </a:r>
          </a:p>
          <a:p>
            <a:pPr algn="l">
              <a:buNone/>
            </a:pPr>
            <a:r>
              <a:rPr lang="en-US" sz="1500" dirty="0">
                <a:solidFill>
                  <a:srgbClr val="7A2E00"/>
                </a:solidFill>
                <a:latin typeface="Helvetica Neue"/>
              </a:rPr>
              <a:t>Do not press Submit twice while the page is processing.</a:t>
            </a:r>
          </a:p>
        </p:txBody>
      </p:sp>
      <p:sp>
        <p:nvSpPr>
          <p:cNvPr id="7" name="Content-Placeholder-10-8">
            <a:extLst>
              <a:ext uri="{FF2B5EF4-FFF2-40B4-BE49-F238E27FC236}">
                <a16:creationId xmlns:a16="http://schemas.microsoft.com/office/drawing/2014/main" id="{D71ED628-5198-409B-80FF-A7584767C2E6}"/>
              </a:ext>
            </a:extLst>
          </p:cNvPr>
          <p:cNvSpPr>
            <a:spLocks noGrp="1"/>
          </p:cNvSpPr>
          <p:nvPr/>
        </p:nvSpPr>
        <p:spPr>
          <a:xfrm>
            <a:off x="7886700" y="3599879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Correct material and unit</a:t>
            </a:r>
          </a:p>
        </p:txBody>
      </p:sp>
      <p:sp>
        <p:nvSpPr>
          <p:cNvPr id="8" name="Google-Shape-340-p61-9">
            <a:extLst>
              <a:ext uri="{FF2B5EF4-FFF2-40B4-BE49-F238E27FC236}">
                <a16:creationId xmlns:a16="http://schemas.microsoft.com/office/drawing/2014/main" id="{824DFB12-9C1D-4685-A852-7839786EAF1D}"/>
              </a:ext>
            </a:extLst>
          </p:cNvPr>
          <p:cNvSpPr>
            <a:spLocks noGrp="1"/>
          </p:cNvSpPr>
          <p:nvPr/>
        </p:nvSpPr>
        <p:spPr>
          <a:xfrm>
            <a:off x="7507700" y="3624739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156082"/>
          </a:solidFill>
          <a:ln>
            <a:solidFill>
              <a:srgbClr val="1560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Content-Placeholder-10-10">
            <a:extLst>
              <a:ext uri="{FF2B5EF4-FFF2-40B4-BE49-F238E27FC236}">
                <a16:creationId xmlns:a16="http://schemas.microsoft.com/office/drawing/2014/main" id="{5434048E-1B6B-4FBC-9500-DBBC5E2E181D}"/>
              </a:ext>
            </a:extLst>
          </p:cNvPr>
          <p:cNvSpPr>
            <a:spLocks noGrp="1"/>
          </p:cNvSpPr>
          <p:nvPr/>
        </p:nvSpPr>
        <p:spPr>
          <a:xfrm>
            <a:off x="7886700" y="4214813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Correct quantities</a:t>
            </a:r>
          </a:p>
        </p:txBody>
      </p:sp>
      <p:sp>
        <p:nvSpPr>
          <p:cNvPr id="10" name="Google-Shape-340-p61-11">
            <a:extLst>
              <a:ext uri="{FF2B5EF4-FFF2-40B4-BE49-F238E27FC236}">
                <a16:creationId xmlns:a16="http://schemas.microsoft.com/office/drawing/2014/main" id="{42CD872B-444F-4EFA-9329-E0A76A616670}"/>
              </a:ext>
            </a:extLst>
          </p:cNvPr>
          <p:cNvSpPr>
            <a:spLocks noGrp="1"/>
          </p:cNvSpPr>
          <p:nvPr/>
        </p:nvSpPr>
        <p:spPr>
          <a:xfrm>
            <a:off x="7507700" y="4239578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156082"/>
          </a:solidFill>
          <a:ln>
            <a:solidFill>
              <a:srgbClr val="1560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ontent-Placeholder-10-12">
            <a:extLst>
              <a:ext uri="{FF2B5EF4-FFF2-40B4-BE49-F238E27FC236}">
                <a16:creationId xmlns:a16="http://schemas.microsoft.com/office/drawing/2014/main" id="{68C748EC-0458-4E31-837B-74005E194133}"/>
              </a:ext>
            </a:extLst>
          </p:cNvPr>
          <p:cNvSpPr>
            <a:spLocks noGrp="1"/>
          </p:cNvSpPr>
          <p:nvPr/>
        </p:nvSpPr>
        <p:spPr>
          <a:xfrm>
            <a:off x="7886700" y="4824317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Correct Employee ID and shift</a:t>
            </a:r>
          </a:p>
        </p:txBody>
      </p:sp>
      <p:sp>
        <p:nvSpPr>
          <p:cNvPr id="12" name="Google-Shape-340-p61-13">
            <a:extLst>
              <a:ext uri="{FF2B5EF4-FFF2-40B4-BE49-F238E27FC236}">
                <a16:creationId xmlns:a16="http://schemas.microsoft.com/office/drawing/2014/main" id="{36FA463A-F9AE-477B-AA19-49039CBFE566}"/>
              </a:ext>
            </a:extLst>
          </p:cNvPr>
          <p:cNvSpPr>
            <a:spLocks noGrp="1"/>
          </p:cNvSpPr>
          <p:nvPr/>
        </p:nvSpPr>
        <p:spPr>
          <a:xfrm>
            <a:off x="7507700" y="4849178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156082"/>
          </a:solidFill>
          <a:ln>
            <a:solidFill>
              <a:srgbClr val="1560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Content-Placeholder-10-14">
            <a:extLst>
              <a:ext uri="{FF2B5EF4-FFF2-40B4-BE49-F238E27FC236}">
                <a16:creationId xmlns:a16="http://schemas.microsoft.com/office/drawing/2014/main" id="{F861D6E3-50AC-4DDB-91AC-6183C8D40696}"/>
              </a:ext>
            </a:extLst>
          </p:cNvPr>
          <p:cNvSpPr>
            <a:spLocks noGrp="1"/>
          </p:cNvSpPr>
          <p:nvPr/>
        </p:nvSpPr>
        <p:spPr>
          <a:xfrm>
            <a:off x="7886700" y="5446681"/>
            <a:ext cx="3911632" cy="54873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Submit once and read the result</a:t>
            </a:r>
          </a:p>
        </p:txBody>
      </p:sp>
      <p:sp>
        <p:nvSpPr>
          <p:cNvPr id="14" name="Google-Shape-340-p61-15">
            <a:extLst>
              <a:ext uri="{FF2B5EF4-FFF2-40B4-BE49-F238E27FC236}">
                <a16:creationId xmlns:a16="http://schemas.microsoft.com/office/drawing/2014/main" id="{FED2A259-1732-4353-9EE9-09B2E686A176}"/>
              </a:ext>
            </a:extLst>
          </p:cNvPr>
          <p:cNvSpPr>
            <a:spLocks noGrp="1"/>
          </p:cNvSpPr>
          <p:nvPr/>
        </p:nvSpPr>
        <p:spPr>
          <a:xfrm>
            <a:off x="7507700" y="5471541"/>
            <a:ext cx="212598" cy="212503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>
            <a:srgbClr val="156082"/>
          </a:solidFill>
          <a:ln>
            <a:solidFill>
              <a:srgbClr val="1560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D6CC78-4EE8-442E-9A42-673EDB2D201A}"/>
              </a:ext>
            </a:extLst>
          </p:cNvPr>
          <p:cNvSpPr/>
          <p:nvPr/>
        </p:nvSpPr>
        <p:spPr>
          <a:xfrm>
            <a:off x="393700" y="1905000"/>
            <a:ext cx="76200" cy="1079500"/>
          </a:xfrm>
          <a:prstGeom prst="rect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7" name="Graphic 17" descr="Warni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3492500"/>
            <a:ext cx="3302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715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3-1">
            <a:extLst>
              <a:ext uri="{FF2B5EF4-FFF2-40B4-BE49-F238E27FC236}">
                <a16:creationId xmlns:a16="http://schemas.microsoft.com/office/drawing/2014/main" id="{1E8663BC-236B-47B6-A1C6-9A0EE8C89D9C}"/>
              </a:ext>
            </a:extLst>
          </p:cNvPr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6000" dirty="0">
                <a:solidFill>
                  <a:srgbClr val="0E2841"/>
                </a:solidFill>
                <a:latin typeface="Helvetica Neue"/>
              </a:rPr>
              <a:t>Identify. Enter.</a:t>
            </a:r>
          </a:p>
          <a:p>
            <a:pPr algn="l">
              <a:lnSpc>
                <a:spcPct val="90000"/>
              </a:lnSpc>
              <a:buNone/>
            </a:pPr>
            <a:r>
              <a:rPr lang="en-US" sz="6000" dirty="0">
                <a:solidFill>
                  <a:srgbClr val="0E2841"/>
                </a:solidFill>
                <a:latin typeface="Helvetica Neue"/>
              </a:rPr>
              <a:t>Verify.</a:t>
            </a:r>
          </a:p>
        </p:txBody>
      </p:sp>
      <p:sp>
        <p:nvSpPr>
          <p:cNvPr id="2" name="Subtitle-4-2">
            <a:extLst>
              <a:ext uri="{FF2B5EF4-FFF2-40B4-BE49-F238E27FC236}">
                <a16:creationId xmlns:a16="http://schemas.microsoft.com/office/drawing/2014/main" id="{2F995DC4-47DF-42BB-933E-63939053220F}"/>
              </a:ext>
            </a:extLst>
          </p:cNvPr>
          <p:cNvSpPr>
            <a:spLocks noGrp="1"/>
          </p:cNvSpPr>
          <p:nvPr/>
        </p:nvSpPr>
        <p:spPr>
          <a:xfrm>
            <a:off x="393668" y="5080000"/>
            <a:ext cx="8890000" cy="12700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320040" indent="-320040" algn="l">
              <a:lnSpc>
                <a:spcPct val="112000"/>
              </a:lnSpc>
              <a:spcAft>
                <a:spcPts val="650"/>
              </a:spcAft>
              <a:buClr>
                <a:srgbClr val="E97132"/>
              </a:buClr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Helvetica Neue"/>
              </a:rPr>
              <a:t>Record the correct material.</a:t>
            </a:r>
          </a:p>
          <a:p>
            <a:pPr marL="320040" indent="-320040" algn="l">
              <a:lnSpc>
                <a:spcPct val="112000"/>
              </a:lnSpc>
              <a:spcAft>
                <a:spcPts val="650"/>
              </a:spcAft>
              <a:buClr>
                <a:srgbClr val="E97132"/>
              </a:buClr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Helvetica Neue"/>
              </a:rPr>
              <a:t>Submit only once.</a:t>
            </a:r>
          </a:p>
          <a:p>
            <a:pPr marL="320040" indent="-320040" algn="l">
              <a:lnSpc>
                <a:spcPct val="112000"/>
              </a:lnSpc>
              <a:spcAft>
                <a:spcPts val="650"/>
              </a:spcAft>
              <a:buClr>
                <a:srgbClr val="E97132"/>
              </a:buClr>
              <a:buFont typeface="Arial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Helvetica Neue"/>
              </a:rPr>
              <a:t>Request a change when needed.</a:t>
            </a:r>
          </a:p>
        </p:txBody>
      </p:sp>
      <p:sp>
        <p:nvSpPr>
          <p:cNvPr id="3" name="Subtitle-4-3">
            <a:extLst>
              <a:ext uri="{FF2B5EF4-FFF2-40B4-BE49-F238E27FC236}">
                <a16:creationId xmlns:a16="http://schemas.microsoft.com/office/drawing/2014/main" id="{1280F14A-CE65-4E69-9F38-2E901D88B8B0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3810000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156082"/>
                </a:solidFill>
                <a:latin typeface="Helvetica Neue"/>
              </a:rPr>
              <a:t>QUICK REFERENCE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224283-06F1-4D67-A931-F5C39E84D6D3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15608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8274C2-4BA9-429D-A54B-32ABC5055FCA}"/>
              </a:ext>
            </a:extLst>
          </p:cNvPr>
          <p:cNvSpPr/>
          <p:nvPr/>
        </p:nvSpPr>
        <p:spPr>
          <a:xfrm>
            <a:off x="393700" y="1270000"/>
            <a:ext cx="889000" cy="63500"/>
          </a:xfrm>
          <a:prstGeom prst="rect">
            <a:avLst/>
          </a:prstGeom>
          <a:solidFill>
            <a:srgbClr val="E97132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263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10C106B-F12B-4607-9661-0CD4CCDA285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7366042-bc44-4c72-abde-92f148b35f0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924</Words>
  <Application>Microsoft Office PowerPoint</Application>
  <DocSecurity>0</DocSecurity>
  <PresentationFormat>Widescreen</PresentationFormat>
  <Paragraphs>150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Helvetica Neue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Amorntep Matsarat</cp:lastModifiedBy>
  <cp:revision>1</cp:revision>
  <dcterms:created xsi:type="dcterms:W3CDTF">2026-08-03T03:46:43Z</dcterms:created>
  <dcterms:modified xsi:type="dcterms:W3CDTF">2026-08-03T04:27:08Z</dcterms:modified>
</cp:coreProperties>
</file>